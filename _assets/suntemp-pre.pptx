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18" d="100"/>
          <a:sy n="118" d="100"/>
        </p:scale>
        <p:origin x="195" y="5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3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1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6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73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2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9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1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16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77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1917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78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4419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61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8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28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5778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Trebuchet MS</vt:lpstr>
      <vt:lpstr>Wingdings 3</vt:lpstr>
      <vt:lpstr>Facet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sun123zxy sun123zxy</cp:lastModifiedBy>
  <cp:revision>8</cp:revision>
  <dcterms:created xsi:type="dcterms:W3CDTF">2017-06-05T14:10:58Z</dcterms:created>
  <dcterms:modified xsi:type="dcterms:W3CDTF">2025-12-24T20:28:26Z</dcterms:modified>
</cp:coreProperties>
</file>