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4.xml" ContentType="application/vnd.openxmlformats-officedocument.presentationml.slideLayout+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2.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7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18"/>
          <a:sy d="100" n="118"/>
        </p:scale>
        <p:origin x="195" y="51"/>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20" Type="http://schemas.openxmlformats.org/officeDocument/2006/relationships/viewProps" Target="viewProps.xml" /><Relationship Id="rId19" Type="http://schemas.openxmlformats.org/officeDocument/2006/relationships/presProps" Target="presProps.xml" /><Relationship Id="rId1" Type="http://schemas.openxmlformats.org/officeDocument/2006/relationships/slideMaster" Target="slideMasters/slideMaster1.xml" /><Relationship Id="rId22" Type="http://schemas.openxmlformats.org/officeDocument/2006/relationships/tableStyles" Target="tableStyles.xml" /><Relationship Id="rId21"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grpSp>
        <p:nvGrpSpPr>
          <p:cNvPr id="7" name="Group 6"/>
          <p:cNvGrpSpPr/>
          <p:nvPr/>
        </p:nvGrpSpPr>
        <p:grpSpPr>
          <a:xfrm>
            <a:off x="0" y="-6350"/>
            <a:ext cx="9144000" cy="5149850"/>
            <a:chOff x="0" y="-8467"/>
            <a:chExt cx="12192000" cy="6866467"/>
          </a:xfrm>
        </p:grpSpPr>
        <p:cxnSp>
          <p:nvCxnSpPr>
            <p:cNvPr id="32" name="Straight Connector 31"/>
            <p:cNvCxnSpPr/>
            <p:nvPr/>
          </p:nvCxnSpPr>
          <p:spPr>
            <a:xfrm>
              <a:off x="9371012" y="0"/>
              <a:ext cx="1219200" cy="6858000"/>
            </a:xfrm>
            <a:prstGeom prst="line">
              <a:avLst/>
            </a:prstGeom>
            <a:ln w="9525">
              <a:solidFill>
                <a:schemeClr val="bg1">
                  <a:lumMod val="75000"/>
                </a:schemeClr>
              </a:solidFill>
            </a:ln>
          </p:spPr>
          <p:style>
            <a:lnRef idx="2">
              <a:schemeClr val="accent1"/>
            </a:lnRef>
            <a:fillRef idx="0">
              <a:schemeClr val="accent1"/>
            </a:fillRef>
            <a:effectRef idx="1">
              <a:schemeClr val="accent1"/>
            </a:effectRef>
            <a:fontRef idx="minor">
              <a:schemeClr val="tx1"/>
            </a:fontRef>
          </p:style>
        </p:cxnSp>
        <p:cxnSp>
          <p:nvCxnSpPr>
            <p:cNvPr id="21" name="Straight Connector 20"/>
            <p:cNvCxnSpPr/>
            <p:nvPr/>
          </p:nvCxnSpPr>
          <p:spPr>
            <a:xfrm flipH="1">
              <a:off x="7425267" y="3681413"/>
              <a:ext cx="4763558" cy="3176587"/>
            </a:xfrm>
            <a:prstGeom prst="line">
              <a:avLst/>
            </a:prstGeom>
            <a:ln w="9525">
              <a:solidFill>
                <a:schemeClr val="bg1">
                  <a:lumMod val="85000"/>
                </a:schemeClr>
              </a:solidFill>
            </a:ln>
          </p:spPr>
          <p:style>
            <a:lnRef idx="2">
              <a:schemeClr val="accent1"/>
            </a:lnRef>
            <a:fillRef idx="0">
              <a:schemeClr val="accent1"/>
            </a:fillRef>
            <a:effectRef idx="1">
              <a:schemeClr val="accent1"/>
            </a:effectRef>
            <a:fontRef idx="minor">
              <a:schemeClr val="tx1"/>
            </a:fontRef>
          </p:style>
        </p:cxnSp>
        <p:sp>
          <p:nvSpPr>
            <p:cNvPr id="24" name="Rectangle 23"/>
            <p:cNvSpPr/>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6" name="Rectangle 25"/>
            <p:cNvSpPr/>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7" name="Isosceles Triangle 26"/>
            <p:cNvSpPr/>
            <p:nvPr/>
          </p:nvSpPr>
          <p:spPr>
            <a:xfrm>
              <a:off x="8932333" y="3048000"/>
              <a:ext cx="3259667" cy="3810000"/>
            </a:xfrm>
            <a:prstGeom prst="triangle">
              <a:avLst>
                <a:gd name="adj" fmla="val 100000"/>
              </a:avLst>
            </a:prstGeom>
            <a:solidFill>
              <a:schemeClr val="accent2">
                <a:alpha val="72000"/>
              </a:schemeClr>
            </a:solidFill>
            <a:ln>
              <a:noFill/>
            </a:ln>
            <a:effectLst/>
          </p:spPr>
          <p:style>
            <a:lnRef idx="1">
              <a:schemeClr val="accent1"/>
            </a:lnRef>
            <a:fillRef idx="3">
              <a:schemeClr val="accent1"/>
            </a:fillRef>
            <a:effectRef idx="2">
              <a:schemeClr val="accent1"/>
            </a:effectRef>
            <a:fontRef idx="minor">
              <a:schemeClr val="lt1"/>
            </a:fontRef>
          </p:style>
        </p:sp>
        <p:sp>
          <p:nvSpPr>
            <p:cNvPr id="28" name="Rectangle 27"/>
            <p:cNvSpPr/>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2">
                <a:lumMod val="75000"/>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9" name="Rectangle 28"/>
            <p:cNvSpPr/>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30" name="Rectangle 29"/>
            <p:cNvSpPr/>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1">
                <a:alpha val="65000"/>
              </a:schemeClr>
            </a:solidFill>
            <a:ln>
              <a:noFill/>
            </a:ln>
            <a:effectLst/>
          </p:spPr>
          <p:style>
            <a:lnRef idx="1">
              <a:schemeClr val="accent1"/>
            </a:lnRef>
            <a:fillRef idx="3">
              <a:schemeClr val="accent1"/>
            </a:fillRef>
            <a:effectRef idx="2">
              <a:schemeClr val="accent1"/>
            </a:effectRef>
            <a:fontRef idx="minor">
              <a:schemeClr val="lt1"/>
            </a:fontRef>
          </p:style>
        </p:sp>
        <p:sp>
          <p:nvSpPr>
            <p:cNvPr id="31" name="Isosceles Triangle 30"/>
            <p:cNvSpPr/>
            <p:nvPr/>
          </p:nvSpPr>
          <p:spPr>
            <a:xfrm>
              <a:off x="10371666" y="3589867"/>
              <a:ext cx="1817159" cy="3268133"/>
            </a:xfrm>
            <a:prstGeom prst="triangle">
              <a:avLst>
                <a:gd name="adj" fmla="val 100000"/>
              </a:avLst>
            </a:prstGeom>
            <a:solidFill>
              <a:schemeClr val="accent1">
                <a:alpha val="80000"/>
              </a:schemeClr>
            </a:solidFill>
            <a:ln>
              <a:noFill/>
            </a:ln>
            <a:effectLst/>
          </p:spPr>
          <p:style>
            <a:lnRef idx="1">
              <a:schemeClr val="accent1"/>
            </a:lnRef>
            <a:fillRef idx="3">
              <a:schemeClr val="accent1"/>
            </a:fillRef>
            <a:effectRef idx="2">
              <a:schemeClr val="accent1"/>
            </a:effectRef>
            <a:fontRef idx="minor">
              <a:schemeClr val="lt1"/>
            </a:fontRef>
          </p:style>
        </p:sp>
        <p:sp>
          <p:nvSpPr>
            <p:cNvPr id="19" name="Isosceles Triangle 18"/>
            <p:cNvSpPr/>
            <p:nvPr/>
          </p:nvSpPr>
          <p:spPr>
            <a:xfrm rot="10800000">
              <a:off x="0" y="0"/>
              <a:ext cx="842596" cy="5666154"/>
            </a:xfrm>
            <a:prstGeom prst="triangle">
              <a:avLst>
                <a:gd name="adj" fmla="val 100000"/>
              </a:avLst>
            </a:prstGeom>
            <a:solidFill>
              <a:schemeClr val="accent1">
                <a:alpha val="85000"/>
              </a:schemeClr>
            </a:solidFill>
            <a:ln>
              <a:noFill/>
            </a:ln>
            <a:effectLst/>
          </p:spPr>
          <p:style>
            <a:lnRef idx="1">
              <a:schemeClr val="accent1"/>
            </a:lnRef>
            <a:fillRef idx="3">
              <a:schemeClr val="accent1"/>
            </a:fillRef>
            <a:effectRef idx="2">
              <a:schemeClr val="accent1"/>
            </a:effectRef>
            <a:fontRef idx="minor">
              <a:schemeClr val="lt1"/>
            </a:fontRef>
          </p:style>
        </p:sp>
      </p:grpSp>
      <p:sp>
        <p:nvSpPr>
          <p:cNvPr id="2" name="Title 1"/>
          <p:cNvSpPr>
            <a:spLocks noGrp="1"/>
          </p:cNvSpPr>
          <p:nvPr>
            <p:ph type="ctrTitle"/>
          </p:nvPr>
        </p:nvSpPr>
        <p:spPr>
          <a:xfrm>
            <a:off x="1130300" y="1803400"/>
            <a:ext cx="5825202" cy="1234727"/>
          </a:xfrm>
        </p:spPr>
        <p:txBody>
          <a:bodyPr anchor="b">
            <a:noAutofit/>
          </a:bodyPr>
          <a:lstStyle>
            <a:lvl1pPr algn="r">
              <a:defRPr sz="4050">
                <a:solidFill>
                  <a:schemeClr val="accent1"/>
                </a:solidFill>
              </a:defRPr>
            </a:lvl1pPr>
          </a:lstStyle>
          <a:p>
            <a:r>
              <a:rPr lang="en-US" altLang="zh-CN"/>
              <a:t>Click to edit Master title style</a:t>
            </a:r>
            <a:endParaRPr lang="en-US" dirty="0"/>
          </a:p>
        </p:txBody>
      </p:sp>
      <p:sp>
        <p:nvSpPr>
          <p:cNvPr id="3" name="Subtitle 2"/>
          <p:cNvSpPr>
            <a:spLocks noGrp="1"/>
          </p:cNvSpPr>
          <p:nvPr>
            <p:ph type="subTitle" idx="1"/>
          </p:nvPr>
        </p:nvSpPr>
        <p:spPr>
          <a:xfrm>
            <a:off x="1130300" y="3038125"/>
            <a:ext cx="5825202" cy="822674"/>
          </a:xfrm>
        </p:spPr>
        <p:txBody>
          <a:bodyPr anchor="t"/>
          <a:lstStyle>
            <a:lvl1pPr marL="0" indent="0" algn="r">
              <a:buNone/>
              <a:defRPr>
                <a:solidFill>
                  <a:schemeClr val="tx1">
                    <a:lumMod val="50000"/>
                    <a:lumOff val="50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ltLang="zh-CN"/>
              <a:t>Click to edit Master subtitle style</a:t>
            </a:r>
            <a:endParaRPr lang="en-US" dirty="0"/>
          </a:p>
        </p:txBody>
      </p:sp>
      <p:sp>
        <p:nvSpPr>
          <p:cNvPr id="4" name="Date Placeholder 3"/>
          <p:cNvSpPr>
            <a:spLocks noGrp="1"/>
          </p:cNvSpPr>
          <p:nvPr>
            <p:ph type="dt" sz="half" idx="10"/>
          </p:nvPr>
        </p:nvSpPr>
        <p:spPr/>
        <p:txBody>
          <a:bodyPr/>
          <a:lstStyle/>
          <a:p>
            <a:fld id="{241EB5C9-1307-BA42-ABA2-0BC069CD8E7F}" type="datetimeFigureOut">
              <a:rPr lang="en-US" smtClean="0"/>
              <a:t>12/25/2025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39926993"/>
      </p:ext>
    </p:extLst>
  </p:cSld>
  <p:clrMapOvr>
    <a:masterClrMapping/>
  </p:clrMapOvr>
  <mc:AlternateContent xmlns:mc="http://schemas.openxmlformats.org/markup-compatibility/2006" xmlns:p14="http://schemas.microsoft.com/office/powerpoint/2010/main">
    <mc:Choice Requires="p14">
      <p:transition spd="slow" p14:dur="3000">
        <p14:reveal/>
      </p:transition>
    </mc:Choice>
    <mc:Fallback xmlns="">
      <p:transition spd="slow">
        <p:fade/>
      </p:transition>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lvl1pPr>
              <a:defRPr sz="2700"/>
            </a:lvl1pPr>
          </a:lstStyle>
          <a:p>
            <a:r>
              <a:rPr lang="en-US" altLang="zh-CN"/>
              <a:t>Click to edit Master title style</a:t>
            </a:r>
            <a:endParaRPr lang="en-US" dirty="0"/>
          </a:p>
        </p:txBody>
      </p:sp>
      <p:sp>
        <p:nvSpPr>
          <p:cNvPr id="3" name="Content Placeholder 2"/>
          <p:cNvSpPr>
            <a:spLocks noGrp="1"/>
          </p:cNvSpPr>
          <p:nvPr>
            <p:ph idx="1"/>
          </p:nvPr>
        </p:nvSpPr>
        <p:spPr/>
        <p:txBody>
          <a:body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4" name="Date Placeholder 3"/>
          <p:cNvSpPr>
            <a:spLocks noGrp="1"/>
          </p:cNvSpPr>
          <p:nvPr>
            <p:ph type="dt" sz="half" idx="10"/>
          </p:nvPr>
        </p:nvSpPr>
        <p:spPr/>
        <p:txBody>
          <a:bodyPr/>
          <a:lstStyle/>
          <a:p>
            <a:fld id="{241EB5C9-1307-BA42-ABA2-0BC069CD8E7F}" type="datetimeFigureOut">
              <a:rPr lang="en-US" smtClean="0"/>
              <a:t>12/25/2025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888235248"/>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508001" y="2025651"/>
            <a:ext cx="6447501" cy="1369936"/>
          </a:xfrm>
        </p:spPr>
        <p:txBody>
          <a:bodyPr anchor="b"/>
          <a:lstStyle>
            <a:lvl1pPr algn="l">
              <a:defRPr sz="3000" b="0" cap="none"/>
            </a:lvl1pPr>
          </a:lstStyle>
          <a:p>
            <a:r>
              <a:rPr lang="en-US" altLang="zh-CN"/>
              <a:t>Click to edit Master title style</a:t>
            </a:r>
            <a:endParaRPr lang="en-US" dirty="0"/>
          </a:p>
        </p:txBody>
      </p:sp>
      <p:sp>
        <p:nvSpPr>
          <p:cNvPr id="3" name="Text Placeholder 2"/>
          <p:cNvSpPr>
            <a:spLocks noGrp="1"/>
          </p:cNvSpPr>
          <p:nvPr>
            <p:ph type="body" idx="1"/>
          </p:nvPr>
        </p:nvSpPr>
        <p:spPr>
          <a:xfrm>
            <a:off x="508001" y="3395586"/>
            <a:ext cx="6447501" cy="645300"/>
          </a:xfrm>
        </p:spPr>
        <p:txBody>
          <a:bodyPr anchor="t"/>
          <a:lstStyle>
            <a:lvl1pPr marL="0" indent="0" algn="l">
              <a:buNone/>
              <a:defRPr sz="1500">
                <a:solidFill>
                  <a:schemeClr val="tx1">
                    <a:lumMod val="50000"/>
                    <a:lumOff val="50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ltLang="zh-CN"/>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12/25/2025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220716721"/>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ltLang="zh-CN"/>
              <a:t>Click to edit Master title style</a:t>
            </a:r>
            <a:endParaRPr lang="en-US" dirty="0"/>
          </a:p>
        </p:txBody>
      </p:sp>
      <p:sp>
        <p:nvSpPr>
          <p:cNvPr id="3" name="Content Placeholder 2"/>
          <p:cNvSpPr>
            <a:spLocks noGrp="1"/>
          </p:cNvSpPr>
          <p:nvPr>
            <p:ph sz="half" idx="1"/>
          </p:nvPr>
        </p:nvSpPr>
        <p:spPr>
          <a:xfrm>
            <a:off x="508001" y="1620442"/>
            <a:ext cx="3138026" cy="2910579"/>
          </a:xfrm>
        </p:spPr>
        <p:txBody>
          <a:body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4" name="Content Placeholder 3"/>
          <p:cNvSpPr>
            <a:spLocks noGrp="1"/>
          </p:cNvSpPr>
          <p:nvPr>
            <p:ph sz="half" idx="2"/>
          </p:nvPr>
        </p:nvSpPr>
        <p:spPr>
          <a:xfrm>
            <a:off x="3817477" y="1620442"/>
            <a:ext cx="3138026" cy="2910580"/>
          </a:xfrm>
        </p:spPr>
        <p:txBody>
          <a:body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5" name="Date Placeholder 4"/>
          <p:cNvSpPr>
            <a:spLocks noGrp="1"/>
          </p:cNvSpPr>
          <p:nvPr>
            <p:ph type="dt" sz="half" idx="10"/>
          </p:nvPr>
        </p:nvSpPr>
        <p:spPr/>
        <p:txBody>
          <a:bodyPr/>
          <a:lstStyle/>
          <a:p>
            <a:fld id="{241EB5C9-1307-BA42-ABA2-0BC069CD8E7F}" type="datetimeFigureOut">
              <a:rPr lang="en-US" smtClean="0"/>
              <a:t>12/25/2025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55461036"/>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ltLang="zh-CN"/>
              <a:t>Click to edit Master title style</a:t>
            </a:r>
            <a:endParaRPr lang="en-US" dirty="0"/>
          </a:p>
        </p:txBody>
      </p:sp>
      <p:sp>
        <p:nvSpPr>
          <p:cNvPr id="3" name="Text Placeholder 2"/>
          <p:cNvSpPr>
            <a:spLocks noGrp="1"/>
          </p:cNvSpPr>
          <p:nvPr>
            <p:ph type="body" idx="1"/>
          </p:nvPr>
        </p:nvSpPr>
        <p:spPr>
          <a:xfrm>
            <a:off x="506809" y="1620737"/>
            <a:ext cx="3139217" cy="432197"/>
          </a:xfrm>
        </p:spPr>
        <p:txBody>
          <a:bodyPr anchor="b">
            <a:noAutofit/>
          </a:bodyPr>
          <a:lstStyle>
            <a:lvl1pPr marL="0" indent="0">
              <a:buNone/>
              <a:defRPr sz="1800" b="0"/>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ltLang="zh-CN"/>
              <a:t>Click to edit Master text styles</a:t>
            </a:r>
          </a:p>
        </p:txBody>
      </p:sp>
      <p:sp>
        <p:nvSpPr>
          <p:cNvPr id="4" name="Content Placeholder 3"/>
          <p:cNvSpPr>
            <a:spLocks noGrp="1"/>
          </p:cNvSpPr>
          <p:nvPr>
            <p:ph sz="half" idx="2"/>
          </p:nvPr>
        </p:nvSpPr>
        <p:spPr>
          <a:xfrm>
            <a:off x="506809" y="2052934"/>
            <a:ext cx="3139217" cy="2478088"/>
          </a:xfrm>
        </p:spPr>
        <p:txBody>
          <a:bodyPr>
            <a:normAutofit/>
          </a:body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5" name="Text Placeholder 4"/>
          <p:cNvSpPr>
            <a:spLocks noGrp="1"/>
          </p:cNvSpPr>
          <p:nvPr>
            <p:ph type="body" sz="quarter" idx="3"/>
          </p:nvPr>
        </p:nvSpPr>
        <p:spPr>
          <a:xfrm>
            <a:off x="3816287" y="1620737"/>
            <a:ext cx="3139214" cy="432197"/>
          </a:xfrm>
        </p:spPr>
        <p:txBody>
          <a:bodyPr anchor="b">
            <a:noAutofit/>
          </a:bodyPr>
          <a:lstStyle>
            <a:lvl1pPr marL="0" indent="0">
              <a:buNone/>
              <a:defRPr sz="1800" b="0"/>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ltLang="zh-CN"/>
              <a:t>Click to edit Master text styles</a:t>
            </a:r>
          </a:p>
        </p:txBody>
      </p:sp>
      <p:sp>
        <p:nvSpPr>
          <p:cNvPr id="6" name="Content Placeholder 5"/>
          <p:cNvSpPr>
            <a:spLocks noGrp="1"/>
          </p:cNvSpPr>
          <p:nvPr>
            <p:ph sz="quarter" idx="4"/>
          </p:nvPr>
        </p:nvSpPr>
        <p:spPr>
          <a:xfrm>
            <a:off x="3816288" y="2052934"/>
            <a:ext cx="3139213" cy="2478088"/>
          </a:xfrm>
        </p:spPr>
        <p:txBody>
          <a:bodyPr>
            <a:normAutofit/>
          </a:body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7" name="Date Placeholder 6"/>
          <p:cNvSpPr>
            <a:spLocks noGrp="1"/>
          </p:cNvSpPr>
          <p:nvPr>
            <p:ph type="dt" sz="half" idx="10"/>
          </p:nvPr>
        </p:nvSpPr>
        <p:spPr/>
        <p:txBody>
          <a:bodyPr/>
          <a:lstStyle/>
          <a:p>
            <a:fld id="{241EB5C9-1307-BA42-ABA2-0BC069CD8E7F}" type="datetimeFigureOut">
              <a:rPr lang="en-US" smtClean="0"/>
              <a:t>12/25/2025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328738179"/>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508001" y="457200"/>
            <a:ext cx="6447501" cy="990600"/>
          </a:xfrm>
        </p:spPr>
        <p:txBody>
          <a:bodyPr/>
          <a:lstStyle/>
          <a:p>
            <a:r>
              <a:rPr lang="en-US" altLang="zh-CN"/>
              <a:t>Click to edit Master title style</a:t>
            </a:r>
            <a:endParaRPr lang="en-US" dirty="0"/>
          </a:p>
        </p:txBody>
      </p:sp>
      <p:sp>
        <p:nvSpPr>
          <p:cNvPr id="3" name="Date Placeholder 2"/>
          <p:cNvSpPr>
            <a:spLocks noGrp="1"/>
          </p:cNvSpPr>
          <p:nvPr>
            <p:ph type="dt" sz="half" idx="10"/>
          </p:nvPr>
        </p:nvSpPr>
        <p:spPr/>
        <p:txBody>
          <a:bodyPr/>
          <a:lstStyle/>
          <a:p>
            <a:fld id="{241EB5C9-1307-BA42-ABA2-0BC069CD8E7F}" type="datetimeFigureOut">
              <a:rPr lang="en-US" smtClean="0"/>
              <a:t>12/25/2025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747726713"/>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12/25/2025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37998838"/>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508001" y="1123953"/>
            <a:ext cx="2890896" cy="958850"/>
          </a:xfrm>
        </p:spPr>
        <p:txBody>
          <a:bodyPr anchor="b">
            <a:normAutofit/>
          </a:bodyPr>
          <a:lstStyle>
            <a:lvl1pPr>
              <a:defRPr sz="1500"/>
            </a:lvl1pPr>
          </a:lstStyle>
          <a:p>
            <a:r>
              <a:rPr lang="en-US" altLang="zh-CN"/>
              <a:t>Click to edit Master title style</a:t>
            </a:r>
            <a:endParaRPr lang="en-US" dirty="0"/>
          </a:p>
        </p:txBody>
      </p:sp>
      <p:sp>
        <p:nvSpPr>
          <p:cNvPr id="3" name="Content Placeholder 2"/>
          <p:cNvSpPr>
            <a:spLocks noGrp="1"/>
          </p:cNvSpPr>
          <p:nvPr>
            <p:ph idx="1"/>
          </p:nvPr>
        </p:nvSpPr>
        <p:spPr>
          <a:xfrm>
            <a:off x="3570346" y="386193"/>
            <a:ext cx="3385156" cy="4144828"/>
          </a:xfrm>
        </p:spPr>
        <p:txBody>
          <a:bodyPr>
            <a:normAutofit/>
          </a:body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4" name="Text Placeholder 3"/>
          <p:cNvSpPr>
            <a:spLocks noGrp="1"/>
          </p:cNvSpPr>
          <p:nvPr>
            <p:ph type="body" sz="half" idx="2"/>
          </p:nvPr>
        </p:nvSpPr>
        <p:spPr>
          <a:xfrm>
            <a:off x="508001" y="2082802"/>
            <a:ext cx="2890896" cy="1938337"/>
          </a:xfrm>
        </p:spPr>
        <p:txBody>
          <a:bodyPr>
            <a:normAutofit/>
          </a:bodyPr>
          <a:lstStyle>
            <a:lvl1pPr marL="0" indent="0">
              <a:buNone/>
              <a:defRPr sz="1050"/>
            </a:lvl1pPr>
            <a:lvl2pPr marL="342797" indent="0">
              <a:buNone/>
              <a:defRPr sz="1050"/>
            </a:lvl2pPr>
            <a:lvl3pPr marL="685595" indent="0">
              <a:buNone/>
              <a:defRPr sz="900"/>
            </a:lvl3pPr>
            <a:lvl4pPr marL="1028392" indent="0">
              <a:buNone/>
              <a:defRPr sz="750"/>
            </a:lvl4pPr>
            <a:lvl5pPr marL="1371188" indent="0">
              <a:buNone/>
              <a:defRPr sz="750"/>
            </a:lvl5pPr>
            <a:lvl6pPr marL="1713986" indent="0">
              <a:buNone/>
              <a:defRPr sz="750"/>
            </a:lvl6pPr>
            <a:lvl7pPr marL="2056783" indent="0">
              <a:buNone/>
              <a:defRPr sz="750"/>
            </a:lvl7pPr>
            <a:lvl8pPr marL="2399580" indent="0">
              <a:buNone/>
              <a:defRPr sz="750"/>
            </a:lvl8pPr>
            <a:lvl9pPr marL="2742377" indent="0">
              <a:buNone/>
              <a:defRPr sz="750"/>
            </a:lvl9pPr>
          </a:lstStyle>
          <a:p>
            <a:pPr lvl="0"/>
            <a:r>
              <a:rPr lang="en-US" altLang="zh-CN"/>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12/25/2025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4058019825"/>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508001" y="3600450"/>
            <a:ext cx="6447500" cy="425054"/>
          </a:xfrm>
        </p:spPr>
        <p:txBody>
          <a:bodyPr anchor="b">
            <a:normAutofit/>
          </a:bodyPr>
          <a:lstStyle>
            <a:lvl1pPr algn="l">
              <a:defRPr sz="1800" b="0"/>
            </a:lvl1pPr>
          </a:lstStyle>
          <a:p>
            <a:r>
              <a:rPr lang="en-US" altLang="zh-CN"/>
              <a:t>Click to edit Master title style</a:t>
            </a:r>
            <a:endParaRPr lang="en-US" dirty="0"/>
          </a:p>
        </p:txBody>
      </p:sp>
      <p:sp>
        <p:nvSpPr>
          <p:cNvPr id="3" name="Picture Placeholder 2"/>
          <p:cNvSpPr>
            <a:spLocks noGrp="1" noChangeAspect="1"/>
          </p:cNvSpPr>
          <p:nvPr>
            <p:ph type="pic" idx="1"/>
          </p:nvPr>
        </p:nvSpPr>
        <p:spPr>
          <a:xfrm>
            <a:off x="508001" y="457200"/>
            <a:ext cx="6447501" cy="2884289"/>
          </a:xfrm>
        </p:spPr>
        <p:txBody>
          <a:bodyPr anchor="t">
            <a:normAutofit/>
          </a:bodyPr>
          <a:lstStyle>
            <a:lvl1pPr marL="0" indent="0" algn="ctr">
              <a:buNone/>
              <a:defRPr sz="1200"/>
            </a:lvl1pPr>
            <a:lvl2pPr marL="342900" indent="0">
              <a:buNone/>
              <a:defRPr sz="1200"/>
            </a:lvl2pPr>
            <a:lvl3pPr marL="685800" indent="0">
              <a:buNone/>
              <a:defRPr sz="1200"/>
            </a:lvl3pPr>
            <a:lvl4pPr marL="1028700" indent="0">
              <a:buNone/>
              <a:defRPr sz="1200"/>
            </a:lvl4pPr>
            <a:lvl5pPr marL="1371600" indent="0">
              <a:buNone/>
              <a:defRPr sz="1200"/>
            </a:lvl5pPr>
            <a:lvl6pPr marL="1714500" indent="0">
              <a:buNone/>
              <a:defRPr sz="1200"/>
            </a:lvl6pPr>
            <a:lvl7pPr marL="2057400" indent="0">
              <a:buNone/>
              <a:defRPr sz="1200"/>
            </a:lvl7pPr>
            <a:lvl8pPr marL="2400300" indent="0">
              <a:buNone/>
              <a:defRPr sz="1200"/>
            </a:lvl8pPr>
            <a:lvl9pPr marL="2743200" indent="0">
              <a:buNone/>
              <a:defRPr sz="1200"/>
            </a:lvl9pPr>
          </a:lstStyle>
          <a:p>
            <a:r>
              <a:rPr lang="en-US" altLang="zh-CN"/>
              <a:t>Click icon to add picture</a:t>
            </a:r>
            <a:endParaRPr lang="en-US" dirty="0"/>
          </a:p>
        </p:txBody>
      </p:sp>
      <p:sp>
        <p:nvSpPr>
          <p:cNvPr id="4" name="Text Placeholder 3"/>
          <p:cNvSpPr>
            <a:spLocks noGrp="1"/>
          </p:cNvSpPr>
          <p:nvPr>
            <p:ph type="body" sz="half" idx="2"/>
          </p:nvPr>
        </p:nvSpPr>
        <p:spPr>
          <a:xfrm>
            <a:off x="508001" y="4025504"/>
            <a:ext cx="6447500" cy="505518"/>
          </a:xfrm>
        </p:spPr>
        <p:txBody>
          <a:bodyPr>
            <a:normAutofit/>
          </a:bodyPr>
          <a:lstStyle>
            <a:lvl1pPr marL="0" indent="0">
              <a:buNone/>
              <a:defRPr sz="9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ltLang="zh-CN"/>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12/25/2025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804316603"/>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508001" y="457200"/>
            <a:ext cx="6447501" cy="2552700"/>
          </a:xfrm>
        </p:spPr>
        <p:txBody>
          <a:bodyPr anchor="ctr">
            <a:normAutofit/>
          </a:bodyPr>
          <a:lstStyle>
            <a:lvl1pPr algn="l">
              <a:defRPr sz="3300" b="0" cap="none"/>
            </a:lvl1pPr>
          </a:lstStyle>
          <a:p>
            <a:r>
              <a:rPr lang="en-US" altLang="zh-CN"/>
              <a:t>Click to edit Master title style</a:t>
            </a:r>
            <a:endParaRPr lang="en-US" dirty="0"/>
          </a:p>
        </p:txBody>
      </p:sp>
      <p:sp>
        <p:nvSpPr>
          <p:cNvPr id="3" name="Text Placeholder 2"/>
          <p:cNvSpPr>
            <a:spLocks noGrp="1"/>
          </p:cNvSpPr>
          <p:nvPr>
            <p:ph type="body" idx="1"/>
          </p:nvPr>
        </p:nvSpPr>
        <p:spPr>
          <a:xfrm>
            <a:off x="508001" y="3352800"/>
            <a:ext cx="6447501" cy="1178222"/>
          </a:xfrm>
        </p:spPr>
        <p:txBody>
          <a:bodyPr anchor="ctr">
            <a:normAutofit/>
          </a:bodyPr>
          <a:lstStyle>
            <a:lvl1pPr marL="0" indent="0" algn="l">
              <a:buNone/>
              <a:defRPr sz="1350">
                <a:solidFill>
                  <a:schemeClr val="tx1">
                    <a:lumMod val="75000"/>
                    <a:lumOff val="2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ltLang="zh-CN"/>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12/25/2025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317783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98500" y="457200"/>
            <a:ext cx="6070601" cy="2266950"/>
          </a:xfrm>
        </p:spPr>
        <p:txBody>
          <a:bodyPr anchor="ctr">
            <a:normAutofit/>
          </a:bodyPr>
          <a:lstStyle>
            <a:lvl1pPr algn="l">
              <a:defRPr sz="3300" b="0" cap="none"/>
            </a:lvl1pPr>
          </a:lstStyle>
          <a:p>
            <a:r>
              <a:rPr lang="en-US" altLang="zh-CN"/>
              <a:t>Click to edit Master title style</a:t>
            </a:r>
            <a:endParaRPr lang="en-US" dirty="0"/>
          </a:p>
        </p:txBody>
      </p:sp>
      <p:sp>
        <p:nvSpPr>
          <p:cNvPr id="23" name="Text Placeholder 9"/>
          <p:cNvSpPr>
            <a:spLocks noGrp="1"/>
          </p:cNvSpPr>
          <p:nvPr>
            <p:ph type="body" sz="quarter" idx="13"/>
          </p:nvPr>
        </p:nvSpPr>
        <p:spPr>
          <a:xfrm>
            <a:off x="1024604" y="2724150"/>
            <a:ext cx="5418393" cy="285750"/>
          </a:xfrm>
        </p:spPr>
        <p:txBody>
          <a:bodyPr anchor="ctr">
            <a:noAutofit/>
          </a:bodyPr>
          <a:lstStyle>
            <a:lvl1pPr marL="0" indent="0">
              <a:buFontTx/>
              <a:buNone/>
              <a:defRPr sz="1200">
                <a:solidFill>
                  <a:schemeClr val="tx1">
                    <a:lumMod val="50000"/>
                    <a:lumOff val="50000"/>
                  </a:schemeClr>
                </a:solidFill>
              </a:defRPr>
            </a:lvl1pPr>
            <a:lvl2pPr marL="342900" indent="0">
              <a:buFontTx/>
              <a:buNone/>
              <a:defRPr/>
            </a:lvl2pPr>
            <a:lvl3pPr marL="685800" indent="0">
              <a:buFontTx/>
              <a:buNone/>
              <a:defRPr/>
            </a:lvl3pPr>
            <a:lvl4pPr marL="1028700" indent="0">
              <a:buFontTx/>
              <a:buNone/>
              <a:defRPr/>
            </a:lvl4pPr>
            <a:lvl5pPr marL="1371600" indent="0">
              <a:buFontTx/>
              <a:buNone/>
              <a:defRPr/>
            </a:lvl5pPr>
          </a:lstStyle>
          <a:p>
            <a:pPr lvl="0"/>
            <a:r>
              <a:rPr lang="en-US" altLang="zh-CN"/>
              <a:t>Click to edit Master text styles</a:t>
            </a:r>
          </a:p>
        </p:txBody>
      </p:sp>
      <p:sp>
        <p:nvSpPr>
          <p:cNvPr id="3" name="Text Placeholder 2"/>
          <p:cNvSpPr>
            <a:spLocks noGrp="1"/>
          </p:cNvSpPr>
          <p:nvPr>
            <p:ph type="body" idx="1"/>
          </p:nvPr>
        </p:nvSpPr>
        <p:spPr>
          <a:xfrm>
            <a:off x="508001" y="3352800"/>
            <a:ext cx="6447501" cy="1178222"/>
          </a:xfrm>
        </p:spPr>
        <p:txBody>
          <a:bodyPr anchor="ctr">
            <a:normAutofit/>
          </a:bodyPr>
          <a:lstStyle>
            <a:lvl1pPr marL="0" indent="0" algn="l">
              <a:buNone/>
              <a:defRPr sz="1350">
                <a:solidFill>
                  <a:schemeClr val="tx1">
                    <a:lumMod val="75000"/>
                    <a:lumOff val="2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ltLang="zh-CN"/>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12/25/2025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
        <p:nvSpPr>
          <p:cNvPr id="20" name="TextBox 19"/>
          <p:cNvSpPr txBox="1"/>
          <p:nvPr/>
        </p:nvSpPr>
        <p:spPr>
          <a:xfrm>
            <a:off x="406403" y="592784"/>
            <a:ext cx="457200" cy="438582"/>
          </a:xfrm>
          <a:prstGeom prst="rect">
            <a:avLst/>
          </a:prstGeom>
        </p:spPr>
        <p:txBody>
          <a:bodyPr vert="horz" lIns="68580" tIns="34290" rIns="68580" bIns="34290" rtlCol="0" anchor="ctr">
            <a:noAutofit/>
          </a:bodyPr>
          <a:lstStyle/>
          <a:p>
            <a:pPr lvl="0"/>
            <a:r>
              <a:rPr lang="en-US" sz="6000" baseline="0" dirty="0">
                <a:ln w="3175" cmpd="sng">
                  <a:noFill/>
                </a:ln>
                <a:solidFill>
                  <a:schemeClr val="accent1">
                    <a:lumMod val="60000"/>
                    <a:lumOff val="40000"/>
                  </a:schemeClr>
                </a:solidFill>
                <a:effectLst/>
                <a:latin typeface="Arial"/>
              </a:rPr>
              <a:t>“</a:t>
            </a:r>
          </a:p>
        </p:txBody>
      </p:sp>
      <p:sp>
        <p:nvSpPr>
          <p:cNvPr id="22" name="TextBox 21"/>
          <p:cNvSpPr txBox="1"/>
          <p:nvPr/>
        </p:nvSpPr>
        <p:spPr>
          <a:xfrm>
            <a:off x="6669758" y="2164917"/>
            <a:ext cx="457200" cy="438582"/>
          </a:xfrm>
          <a:prstGeom prst="rect">
            <a:avLst/>
          </a:prstGeom>
        </p:spPr>
        <p:txBody>
          <a:bodyPr vert="horz" lIns="68580" tIns="34290" rIns="68580" bIns="34290" rtlCol="0" anchor="ctr">
            <a:noAutofit/>
          </a:bodyPr>
          <a:lstStyle/>
          <a:p>
            <a:pPr lvl="0"/>
            <a:r>
              <a:rPr lang="en-US" sz="6000" baseline="0" dirty="0">
                <a:ln w="3175" cmpd="sng">
                  <a:noFill/>
                </a:ln>
                <a:solidFill>
                  <a:schemeClr val="accent1">
                    <a:lumMod val="60000"/>
                    <a:lumOff val="40000"/>
                  </a:schemeClr>
                </a:solidFill>
                <a:latin typeface="Arial"/>
              </a:rPr>
              <a:t>”</a:t>
            </a:r>
            <a:endParaRPr lang="en-US" sz="1350" dirty="0">
              <a:solidFill>
                <a:schemeClr val="accent1">
                  <a:lumMod val="60000"/>
                  <a:lumOff val="40000"/>
                </a:schemeClr>
              </a:solidFill>
              <a:latin typeface="Arial"/>
            </a:endParaRPr>
          </a:p>
        </p:txBody>
      </p:sp>
    </p:spTree>
    <p:extLst>
      <p:ext uri="{BB962C8B-B14F-4D97-AF65-F5344CB8AC3E}">
        <p14:creationId xmlns:p14="http://schemas.microsoft.com/office/powerpoint/2010/main" val="3761917439"/>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508001" y="1448991"/>
            <a:ext cx="6447501" cy="1946595"/>
          </a:xfrm>
        </p:spPr>
        <p:txBody>
          <a:bodyPr anchor="b">
            <a:normAutofit/>
          </a:bodyPr>
          <a:lstStyle>
            <a:lvl1pPr algn="l">
              <a:defRPr sz="3300" b="0" cap="none"/>
            </a:lvl1pPr>
          </a:lstStyle>
          <a:p>
            <a:r>
              <a:rPr lang="en-US" altLang="zh-CN"/>
              <a:t>Click to edit Master title style</a:t>
            </a:r>
            <a:endParaRPr lang="en-US" dirty="0"/>
          </a:p>
        </p:txBody>
      </p:sp>
      <p:sp>
        <p:nvSpPr>
          <p:cNvPr id="3" name="Text Placeholder 2"/>
          <p:cNvSpPr>
            <a:spLocks noGrp="1"/>
          </p:cNvSpPr>
          <p:nvPr>
            <p:ph type="body" idx="1"/>
          </p:nvPr>
        </p:nvSpPr>
        <p:spPr>
          <a:xfrm>
            <a:off x="508001" y="3395586"/>
            <a:ext cx="6447501" cy="1135436"/>
          </a:xfrm>
        </p:spPr>
        <p:txBody>
          <a:bodyPr anchor="t">
            <a:normAutofit/>
          </a:bodyPr>
          <a:lstStyle>
            <a:lvl1pPr marL="0" indent="0" algn="l">
              <a:buNone/>
              <a:defRPr sz="1350">
                <a:solidFill>
                  <a:schemeClr val="tx1">
                    <a:lumMod val="75000"/>
                    <a:lumOff val="2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ltLang="zh-CN"/>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12/25/2025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616785361"/>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Quote Name Card">
    <p:spTree>
      <p:nvGrpSpPr>
        <p:cNvPr id="1" name=""/>
        <p:cNvGrpSpPr/>
        <p:nvPr/>
      </p:nvGrpSpPr>
      <p:grpSpPr>
        <a:xfrm>
          <a:off x="0" y="0"/>
          <a:ext cx="0" cy="0"/>
          <a:chOff x="0" y="0"/>
          <a:chExt cx="0" cy="0"/>
        </a:xfrm>
      </p:grpSpPr>
      <p:sp>
        <p:nvSpPr>
          <p:cNvPr id="2" name="Title 1"/>
          <p:cNvSpPr>
            <a:spLocks noGrp="1"/>
          </p:cNvSpPr>
          <p:nvPr>
            <p:ph type="title"/>
          </p:nvPr>
        </p:nvSpPr>
        <p:spPr>
          <a:xfrm>
            <a:off x="698500" y="457200"/>
            <a:ext cx="6070601" cy="2266950"/>
          </a:xfrm>
        </p:spPr>
        <p:txBody>
          <a:bodyPr anchor="ctr">
            <a:normAutofit/>
          </a:bodyPr>
          <a:lstStyle>
            <a:lvl1pPr algn="l">
              <a:defRPr sz="3300" b="0" cap="none"/>
            </a:lvl1pPr>
          </a:lstStyle>
          <a:p>
            <a:r>
              <a:rPr lang="en-US" altLang="zh-CN"/>
              <a:t>Click to edit Master title style</a:t>
            </a:r>
            <a:endParaRPr lang="en-US" dirty="0"/>
          </a:p>
        </p:txBody>
      </p:sp>
      <p:sp>
        <p:nvSpPr>
          <p:cNvPr id="23" name="Text Placeholder 9"/>
          <p:cNvSpPr>
            <a:spLocks noGrp="1"/>
          </p:cNvSpPr>
          <p:nvPr>
            <p:ph type="body" sz="quarter" idx="13"/>
          </p:nvPr>
        </p:nvSpPr>
        <p:spPr>
          <a:xfrm>
            <a:off x="507999" y="3009900"/>
            <a:ext cx="6447502" cy="385686"/>
          </a:xfrm>
        </p:spPr>
        <p:txBody>
          <a:bodyPr anchor="b">
            <a:noAutofit/>
          </a:bodyPr>
          <a:lstStyle>
            <a:lvl1pPr marL="0" indent="0">
              <a:buFontTx/>
              <a:buNone/>
              <a:defRPr sz="1800">
                <a:solidFill>
                  <a:schemeClr val="tx1">
                    <a:lumMod val="75000"/>
                    <a:lumOff val="25000"/>
                  </a:schemeClr>
                </a:solidFill>
              </a:defRPr>
            </a:lvl1pPr>
            <a:lvl2pPr marL="342900" indent="0">
              <a:buFontTx/>
              <a:buNone/>
              <a:defRPr/>
            </a:lvl2pPr>
            <a:lvl3pPr marL="685800" indent="0">
              <a:buFontTx/>
              <a:buNone/>
              <a:defRPr/>
            </a:lvl3pPr>
            <a:lvl4pPr marL="1028700" indent="0">
              <a:buFontTx/>
              <a:buNone/>
              <a:defRPr/>
            </a:lvl4pPr>
            <a:lvl5pPr marL="1371600" indent="0">
              <a:buFontTx/>
              <a:buNone/>
              <a:defRPr/>
            </a:lvl5pPr>
          </a:lstStyle>
          <a:p>
            <a:pPr lvl="0"/>
            <a:r>
              <a:rPr lang="en-US" altLang="zh-CN"/>
              <a:t>Click to edit Master text styles</a:t>
            </a:r>
          </a:p>
        </p:txBody>
      </p:sp>
      <p:sp>
        <p:nvSpPr>
          <p:cNvPr id="3" name="Text Placeholder 2"/>
          <p:cNvSpPr>
            <a:spLocks noGrp="1"/>
          </p:cNvSpPr>
          <p:nvPr>
            <p:ph type="body" idx="1"/>
          </p:nvPr>
        </p:nvSpPr>
        <p:spPr>
          <a:xfrm>
            <a:off x="508001" y="3395586"/>
            <a:ext cx="6447501" cy="1135436"/>
          </a:xfrm>
        </p:spPr>
        <p:txBody>
          <a:bodyPr anchor="t">
            <a:normAutofit/>
          </a:bodyPr>
          <a:lstStyle>
            <a:lvl1pPr marL="0" indent="0" algn="l">
              <a:buNone/>
              <a:defRPr sz="1350">
                <a:solidFill>
                  <a:schemeClr val="tx1">
                    <a:lumMod val="50000"/>
                    <a:lumOff val="50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ltLang="zh-CN"/>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12/25/2025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
        <p:nvSpPr>
          <p:cNvPr id="24" name="TextBox 23"/>
          <p:cNvSpPr txBox="1"/>
          <p:nvPr/>
        </p:nvSpPr>
        <p:spPr>
          <a:xfrm>
            <a:off x="406403" y="592784"/>
            <a:ext cx="457200" cy="438582"/>
          </a:xfrm>
          <a:prstGeom prst="rect">
            <a:avLst/>
          </a:prstGeom>
        </p:spPr>
        <p:txBody>
          <a:bodyPr vert="horz" lIns="68580" tIns="34290" rIns="68580" bIns="34290" rtlCol="0" anchor="ctr">
            <a:noAutofit/>
          </a:bodyPr>
          <a:lstStyle/>
          <a:p>
            <a:pPr lvl="0"/>
            <a:r>
              <a:rPr lang="en-US" sz="6000" baseline="0" dirty="0">
                <a:ln w="3175" cmpd="sng">
                  <a:noFill/>
                </a:ln>
                <a:solidFill>
                  <a:schemeClr val="accent1">
                    <a:lumMod val="60000"/>
                    <a:lumOff val="40000"/>
                  </a:schemeClr>
                </a:solidFill>
                <a:effectLst/>
                <a:latin typeface="Arial"/>
              </a:rPr>
              <a:t>“</a:t>
            </a:r>
          </a:p>
        </p:txBody>
      </p:sp>
      <p:sp>
        <p:nvSpPr>
          <p:cNvPr id="25" name="TextBox 24"/>
          <p:cNvSpPr txBox="1"/>
          <p:nvPr/>
        </p:nvSpPr>
        <p:spPr>
          <a:xfrm>
            <a:off x="6669758" y="2164917"/>
            <a:ext cx="457200" cy="438582"/>
          </a:xfrm>
          <a:prstGeom prst="rect">
            <a:avLst/>
          </a:prstGeom>
        </p:spPr>
        <p:txBody>
          <a:bodyPr vert="horz" lIns="68580" tIns="34290" rIns="68580" bIns="34290" rtlCol="0" anchor="ctr">
            <a:noAutofit/>
          </a:bodyPr>
          <a:lstStyle/>
          <a:p>
            <a:pPr lvl="0"/>
            <a:r>
              <a:rPr lang="en-US" sz="6000" baseline="0" dirty="0">
                <a:ln w="3175" cmpd="sng">
                  <a:noFill/>
                </a:ln>
                <a:solidFill>
                  <a:schemeClr val="accent1">
                    <a:lumMod val="60000"/>
                    <a:lumOff val="40000"/>
                  </a:schemeClr>
                </a:solidFill>
                <a:effectLst/>
                <a:latin typeface="Arial"/>
              </a:rPr>
              <a:t>”</a:t>
            </a:r>
          </a:p>
        </p:txBody>
      </p:sp>
    </p:spTree>
    <p:extLst>
      <p:ext uri="{BB962C8B-B14F-4D97-AF65-F5344CB8AC3E}">
        <p14:creationId xmlns:p14="http://schemas.microsoft.com/office/powerpoint/2010/main" val="894419940"/>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True or False">
    <p:spTree>
      <p:nvGrpSpPr>
        <p:cNvPr id="1" name=""/>
        <p:cNvGrpSpPr/>
        <p:nvPr/>
      </p:nvGrpSpPr>
      <p:grpSpPr>
        <a:xfrm>
          <a:off x="0" y="0"/>
          <a:ext cx="0" cy="0"/>
          <a:chOff x="0" y="0"/>
          <a:chExt cx="0" cy="0"/>
        </a:xfrm>
      </p:grpSpPr>
      <p:sp>
        <p:nvSpPr>
          <p:cNvPr id="2" name="Title 1"/>
          <p:cNvSpPr>
            <a:spLocks noGrp="1"/>
          </p:cNvSpPr>
          <p:nvPr>
            <p:ph type="title"/>
          </p:nvPr>
        </p:nvSpPr>
        <p:spPr>
          <a:xfrm>
            <a:off x="514350" y="457200"/>
            <a:ext cx="6441152" cy="2266950"/>
          </a:xfrm>
        </p:spPr>
        <p:txBody>
          <a:bodyPr anchor="ctr">
            <a:normAutofit/>
          </a:bodyPr>
          <a:lstStyle>
            <a:lvl1pPr algn="l">
              <a:defRPr sz="3300" b="0" cap="none"/>
            </a:lvl1pPr>
          </a:lstStyle>
          <a:p>
            <a:r>
              <a:rPr lang="en-US" altLang="zh-CN"/>
              <a:t>Click to edit Master title style</a:t>
            </a:r>
            <a:endParaRPr lang="en-US" dirty="0"/>
          </a:p>
        </p:txBody>
      </p:sp>
      <p:sp>
        <p:nvSpPr>
          <p:cNvPr id="23" name="Text Placeholder 9"/>
          <p:cNvSpPr>
            <a:spLocks noGrp="1"/>
          </p:cNvSpPr>
          <p:nvPr>
            <p:ph type="body" sz="quarter" idx="13"/>
          </p:nvPr>
        </p:nvSpPr>
        <p:spPr>
          <a:xfrm>
            <a:off x="507999" y="3009900"/>
            <a:ext cx="6447502" cy="385686"/>
          </a:xfrm>
        </p:spPr>
        <p:txBody>
          <a:bodyPr anchor="b">
            <a:noAutofit/>
          </a:bodyPr>
          <a:lstStyle>
            <a:lvl1pPr marL="0" indent="0">
              <a:buFontTx/>
              <a:buNone/>
              <a:defRPr sz="1800">
                <a:solidFill>
                  <a:schemeClr val="accent1"/>
                </a:solidFill>
              </a:defRPr>
            </a:lvl1pPr>
            <a:lvl2pPr marL="342900" indent="0">
              <a:buFontTx/>
              <a:buNone/>
              <a:defRPr/>
            </a:lvl2pPr>
            <a:lvl3pPr marL="685800" indent="0">
              <a:buFontTx/>
              <a:buNone/>
              <a:defRPr/>
            </a:lvl3pPr>
            <a:lvl4pPr marL="1028700" indent="0">
              <a:buFontTx/>
              <a:buNone/>
              <a:defRPr/>
            </a:lvl4pPr>
            <a:lvl5pPr marL="1371600" indent="0">
              <a:buFontTx/>
              <a:buNone/>
              <a:defRPr/>
            </a:lvl5pPr>
          </a:lstStyle>
          <a:p>
            <a:pPr lvl="0"/>
            <a:r>
              <a:rPr lang="en-US" altLang="zh-CN"/>
              <a:t>Click to edit Master text styles</a:t>
            </a:r>
          </a:p>
        </p:txBody>
      </p:sp>
      <p:sp>
        <p:nvSpPr>
          <p:cNvPr id="3" name="Text Placeholder 2"/>
          <p:cNvSpPr>
            <a:spLocks noGrp="1"/>
          </p:cNvSpPr>
          <p:nvPr>
            <p:ph type="body" idx="1"/>
          </p:nvPr>
        </p:nvSpPr>
        <p:spPr>
          <a:xfrm>
            <a:off x="508001" y="3395586"/>
            <a:ext cx="6447501" cy="1135436"/>
          </a:xfrm>
        </p:spPr>
        <p:txBody>
          <a:bodyPr anchor="t">
            <a:normAutofit/>
          </a:bodyPr>
          <a:lstStyle>
            <a:lvl1pPr marL="0" indent="0" algn="l">
              <a:buNone/>
              <a:defRPr sz="1350">
                <a:solidFill>
                  <a:schemeClr val="tx1">
                    <a:lumMod val="50000"/>
                    <a:lumOff val="50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ltLang="zh-CN"/>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12/25/2025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4129861390"/>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ltLang="zh-CN"/>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4" name="Date Placeholder 3"/>
          <p:cNvSpPr>
            <a:spLocks noGrp="1"/>
          </p:cNvSpPr>
          <p:nvPr>
            <p:ph type="dt" sz="half" idx="10"/>
          </p:nvPr>
        </p:nvSpPr>
        <p:spPr/>
        <p:txBody>
          <a:bodyPr/>
          <a:lstStyle/>
          <a:p>
            <a:fld id="{241EB5C9-1307-BA42-ABA2-0BC069CD8E7F}" type="datetimeFigureOut">
              <a:rPr lang="en-US" smtClean="0"/>
              <a:t>12/25/2025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9289203"/>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16.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5975755" y="457200"/>
            <a:ext cx="978557" cy="3938588"/>
          </a:xfrm>
        </p:spPr>
        <p:txBody>
          <a:bodyPr vert="eaVert" anchor="ctr"/>
          <a:lstStyle/>
          <a:p>
            <a:r>
              <a:rPr lang="en-US" altLang="zh-CN"/>
              <a:t>Click to edit Master title style</a:t>
            </a:r>
            <a:endParaRPr lang="en-US" dirty="0"/>
          </a:p>
        </p:txBody>
      </p:sp>
      <p:sp>
        <p:nvSpPr>
          <p:cNvPr id="3" name="Vertical Text Placeholder 2"/>
          <p:cNvSpPr>
            <a:spLocks noGrp="1"/>
          </p:cNvSpPr>
          <p:nvPr>
            <p:ph type="body" orient="vert" idx="1"/>
          </p:nvPr>
        </p:nvSpPr>
        <p:spPr>
          <a:xfrm>
            <a:off x="508001" y="457200"/>
            <a:ext cx="5295113" cy="3938588"/>
          </a:xfrm>
        </p:spPr>
        <p:txBody>
          <a:bodyPr vert="eaVert"/>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4" name="Date Placeholder 3"/>
          <p:cNvSpPr>
            <a:spLocks noGrp="1"/>
          </p:cNvSpPr>
          <p:nvPr>
            <p:ph type="dt" sz="half" idx="10"/>
          </p:nvPr>
        </p:nvSpPr>
        <p:spPr/>
        <p:txBody>
          <a:bodyPr/>
          <a:lstStyle/>
          <a:p>
            <a:fld id="{241EB5C9-1307-BA42-ABA2-0BC069CD8E7F}" type="datetimeFigureOut">
              <a:rPr lang="en-US" smtClean="0"/>
              <a:t>12/25/2025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697280879"/>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13" Target="../slideLayouts/slideLayout13.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slideLayouts/slideLayout12.xml" Type="http://schemas.openxmlformats.org/officeDocument/2006/relationships/slideLayout" /><Relationship Id="rId17" Target="../theme/theme1.xml" Type="http://schemas.openxmlformats.org/officeDocument/2006/relationships/theme" /><Relationship Id="rId2" Target="../slideLayouts/slideLayout2.xml" Type="http://schemas.openxmlformats.org/officeDocument/2006/relationships/slideLayout" /><Relationship Id="rId16" Target="../slideLayouts/slideLayout16.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5" Target="../slideLayouts/slideLayout1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 Id="rId14" Target="../slideLayouts/slideLayout14.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2"/>
      </p:bgRef>
    </p:bg>
    <p:spTree>
      <p:nvGrpSpPr>
        <p:cNvPr id="1" name=""/>
        <p:cNvGrpSpPr/>
        <p:nvPr/>
      </p:nvGrpSpPr>
      <p:grpSpPr>
        <a:xfrm>
          <a:off x="0" y="0"/>
          <a:ext cx="0" cy="0"/>
          <a:chOff x="0" y="0"/>
          <a:chExt cx="0" cy="0"/>
        </a:xfrm>
      </p:grpSpPr>
      <p:grpSp>
        <p:nvGrpSpPr>
          <p:cNvPr id="7" name="Group 6"/>
          <p:cNvGrpSpPr/>
          <p:nvPr/>
        </p:nvGrpSpPr>
        <p:grpSpPr>
          <a:xfrm>
            <a:off x="0" y="-6350"/>
            <a:ext cx="9144000" cy="5149850"/>
            <a:chOff x="0" y="-8467"/>
            <a:chExt cx="12192000" cy="6866467"/>
          </a:xfrm>
        </p:grpSpPr>
        <p:cxnSp>
          <p:nvCxnSpPr>
            <p:cNvPr id="20" name="Straight Connector 19"/>
            <p:cNvCxnSpPr/>
            <p:nvPr/>
          </p:nvCxnSpPr>
          <p:spPr>
            <a:xfrm>
              <a:off x="9371012" y="0"/>
              <a:ext cx="1219200" cy="6858000"/>
            </a:xfrm>
            <a:prstGeom prst="line">
              <a:avLst/>
            </a:prstGeom>
            <a:ln w="9525">
              <a:solidFill>
                <a:schemeClr val="bg1">
                  <a:lumMod val="75000"/>
                </a:schemeClr>
              </a:solidFill>
            </a:ln>
          </p:spPr>
          <p:style>
            <a:lnRef idx="2">
              <a:schemeClr val="accent1"/>
            </a:lnRef>
            <a:fillRef idx="0">
              <a:schemeClr val="accent1"/>
            </a:fillRef>
            <a:effectRef idx="1">
              <a:schemeClr val="accent1"/>
            </a:effectRef>
            <a:fontRef idx="minor">
              <a:schemeClr val="tx1"/>
            </a:fontRef>
          </p:style>
        </p:cxnSp>
        <p:cxnSp>
          <p:nvCxnSpPr>
            <p:cNvPr id="21" name="Straight Connector 20"/>
            <p:cNvCxnSpPr/>
            <p:nvPr/>
          </p:nvCxnSpPr>
          <p:spPr>
            <a:xfrm flipH="1">
              <a:off x="7425267" y="3681413"/>
              <a:ext cx="4763558" cy="3176587"/>
            </a:xfrm>
            <a:prstGeom prst="line">
              <a:avLst/>
            </a:prstGeom>
            <a:ln w="9525">
              <a:solidFill>
                <a:schemeClr val="bg1">
                  <a:lumMod val="85000"/>
                </a:schemeClr>
              </a:solidFill>
            </a:ln>
          </p:spPr>
          <p:style>
            <a:lnRef idx="2">
              <a:schemeClr val="accent1"/>
            </a:lnRef>
            <a:fillRef idx="0">
              <a:schemeClr val="accent1"/>
            </a:fillRef>
            <a:effectRef idx="1">
              <a:schemeClr val="accent1"/>
            </a:effectRef>
            <a:fontRef idx="minor">
              <a:schemeClr val="tx1"/>
            </a:fontRef>
          </p:style>
        </p:cxnSp>
        <p:sp>
          <p:nvSpPr>
            <p:cNvPr id="22" name="Rectangle 23"/>
            <p:cNvSpPr/>
            <p:nvPr/>
          </p:nvSpPr>
          <p:spPr>
            <a:xfrm>
              <a:off x="9181476" y="-8467"/>
              <a:ext cx="3007349" cy="6866467"/>
            </a:xfrm>
            <a:custGeom>
              <a:avLst/>
              <a:gdLst/>
              <a:ahLst/>
              <a:cxnLst/>
              <a:rect b="b" l="l" r="r" t="t"/>
              <a:pathLst>
                <a:path h="6866467" w="3007349">
                  <a:moveTo>
                    <a:pt x="2045532" y="0"/>
                  </a:moveTo>
                  <a:lnTo>
                    <a:pt x="3007349" y="0"/>
                  </a:lnTo>
                  <a:lnTo>
                    <a:pt x="3007349" y="6866467"/>
                  </a:lnTo>
                  <a:lnTo>
                    <a:pt x="0" y="6866467"/>
                  </a:lnTo>
                  <a:lnTo>
                    <a:pt x="2045532" y="0"/>
                  </a:lnTo>
                  <a:close/>
                </a:path>
              </a:pathLst>
            </a:custGeom>
            <a:solidFill>
              <a:schemeClr val="accent1">
                <a:alpha val="3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3" name="Rectangle 25"/>
            <p:cNvSpPr/>
            <p:nvPr/>
          </p:nvSpPr>
          <p:spPr>
            <a:xfrm>
              <a:off x="9603442" y="-8467"/>
              <a:ext cx="2588558" cy="6866467"/>
            </a:xfrm>
            <a:custGeom>
              <a:avLst/>
              <a:gdLst/>
              <a:ahLst/>
              <a:cxnLst/>
              <a:rect b="b" l="l" r="r" t="t"/>
              <a:pathLst>
                <a:path h="6866467" w="2573311">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4" name="Isosceles Triangle 23"/>
            <p:cNvSpPr/>
            <p:nvPr/>
          </p:nvSpPr>
          <p:spPr>
            <a:xfrm>
              <a:off x="8932333" y="3048000"/>
              <a:ext cx="3259667" cy="3810000"/>
            </a:xfrm>
            <a:prstGeom prst="triangle">
              <a:avLst>
                <a:gd fmla="val 100000" name="adj"/>
              </a:avLst>
            </a:prstGeom>
            <a:solidFill>
              <a:schemeClr val="accent2">
                <a:alpha val="72000"/>
              </a:schemeClr>
            </a:solidFill>
            <a:ln>
              <a:noFill/>
            </a:ln>
            <a:effectLst/>
          </p:spPr>
          <p:style>
            <a:lnRef idx="1">
              <a:schemeClr val="accent1"/>
            </a:lnRef>
            <a:fillRef idx="3">
              <a:schemeClr val="accent1"/>
            </a:fillRef>
            <a:effectRef idx="2">
              <a:schemeClr val="accent1"/>
            </a:effectRef>
            <a:fontRef idx="minor">
              <a:schemeClr val="lt1"/>
            </a:fontRef>
          </p:style>
        </p:sp>
        <p:sp>
          <p:nvSpPr>
            <p:cNvPr id="25" name="Rectangle 27"/>
            <p:cNvSpPr/>
            <p:nvPr/>
          </p:nvSpPr>
          <p:spPr>
            <a:xfrm>
              <a:off x="9334500" y="-8467"/>
              <a:ext cx="2854326" cy="6866467"/>
            </a:xfrm>
            <a:custGeom>
              <a:avLst/>
              <a:gdLst/>
              <a:ahLst/>
              <a:cxnLst/>
              <a:rect b="b" l="l" r="r" t="t"/>
              <a:pathLst>
                <a:path h="6866467" w="2858013">
                  <a:moveTo>
                    <a:pt x="0" y="0"/>
                  </a:moveTo>
                  <a:lnTo>
                    <a:pt x="2858013" y="0"/>
                  </a:lnTo>
                  <a:lnTo>
                    <a:pt x="2858013" y="6866467"/>
                  </a:lnTo>
                  <a:lnTo>
                    <a:pt x="2473942" y="6866467"/>
                  </a:lnTo>
                  <a:lnTo>
                    <a:pt x="0" y="0"/>
                  </a:lnTo>
                  <a:close/>
                </a:path>
              </a:pathLst>
            </a:custGeom>
            <a:solidFill>
              <a:schemeClr val="accent2">
                <a:lumMod val="75000"/>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6" name="Rectangle 28"/>
            <p:cNvSpPr/>
            <p:nvPr/>
          </p:nvSpPr>
          <p:spPr>
            <a:xfrm>
              <a:off x="10898730" y="-8467"/>
              <a:ext cx="1290094" cy="6866467"/>
            </a:xfrm>
            <a:custGeom>
              <a:avLst/>
              <a:gdLst/>
              <a:ahLst/>
              <a:cxnLst/>
              <a:rect b="b" l="l" r="r" t="t"/>
              <a:pathLst>
                <a:path h="6858000" w="1290094">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7" name="Rectangle 29"/>
            <p:cNvSpPr/>
            <p:nvPr/>
          </p:nvSpPr>
          <p:spPr>
            <a:xfrm>
              <a:off x="10938999" y="-8467"/>
              <a:ext cx="1249825" cy="6866467"/>
            </a:xfrm>
            <a:custGeom>
              <a:avLst/>
              <a:gdLst/>
              <a:ahLst/>
              <a:cxnLst/>
              <a:rect b="b" l="l" r="r" t="t"/>
              <a:pathLst>
                <a:path h="6858000" w="1249825">
                  <a:moveTo>
                    <a:pt x="0" y="0"/>
                  </a:moveTo>
                  <a:lnTo>
                    <a:pt x="1249825" y="0"/>
                  </a:lnTo>
                  <a:lnTo>
                    <a:pt x="1249825" y="6858000"/>
                  </a:lnTo>
                  <a:lnTo>
                    <a:pt x="1109382" y="6858000"/>
                  </a:lnTo>
                  <a:lnTo>
                    <a:pt x="0" y="0"/>
                  </a:lnTo>
                  <a:close/>
                </a:path>
              </a:pathLst>
            </a:custGeom>
            <a:solidFill>
              <a:schemeClr val="accent1">
                <a:alpha val="65000"/>
              </a:schemeClr>
            </a:solidFill>
            <a:ln>
              <a:noFill/>
            </a:ln>
            <a:effectLst/>
          </p:spPr>
          <p:style>
            <a:lnRef idx="1">
              <a:schemeClr val="accent1"/>
            </a:lnRef>
            <a:fillRef idx="3">
              <a:schemeClr val="accent1"/>
            </a:fillRef>
            <a:effectRef idx="2">
              <a:schemeClr val="accent1"/>
            </a:effectRef>
            <a:fontRef idx="minor">
              <a:schemeClr val="lt1"/>
            </a:fontRef>
          </p:style>
        </p:sp>
        <p:sp>
          <p:nvSpPr>
            <p:cNvPr id="28" name="Isosceles Triangle 27"/>
            <p:cNvSpPr/>
            <p:nvPr/>
          </p:nvSpPr>
          <p:spPr>
            <a:xfrm>
              <a:off x="10371666" y="3589867"/>
              <a:ext cx="1817159" cy="3268133"/>
            </a:xfrm>
            <a:prstGeom prst="triangle">
              <a:avLst>
                <a:gd fmla="val 100000" name="adj"/>
              </a:avLst>
            </a:prstGeom>
            <a:solidFill>
              <a:schemeClr val="accent1">
                <a:alpha val="8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9" name="Isosceles Triangle 28"/>
            <p:cNvSpPr/>
            <p:nvPr/>
          </p:nvSpPr>
          <p:spPr>
            <a:xfrm>
              <a:off x="0" y="4013200"/>
              <a:ext cx="448733" cy="2844800"/>
            </a:xfrm>
            <a:prstGeom prst="triangle">
              <a:avLst>
                <a:gd fmla="val 0" name="adj"/>
              </a:avLst>
            </a:prstGeom>
            <a:solidFill>
              <a:schemeClr val="accent1">
                <a:alpha val="85000"/>
              </a:schemeClr>
            </a:solidFill>
            <a:ln>
              <a:noFill/>
            </a:ln>
            <a:effectLst/>
          </p:spPr>
          <p:style>
            <a:lnRef idx="1">
              <a:schemeClr val="accent1"/>
            </a:lnRef>
            <a:fillRef idx="3">
              <a:schemeClr val="accent1"/>
            </a:fillRef>
            <a:effectRef idx="2">
              <a:schemeClr val="accent1"/>
            </a:effectRef>
            <a:fontRef idx="minor">
              <a:schemeClr val="lt1"/>
            </a:fontRef>
          </p:style>
        </p:sp>
      </p:grpSp>
      <p:sp>
        <p:nvSpPr>
          <p:cNvPr id="2" name="Title Placeholder 1"/>
          <p:cNvSpPr>
            <a:spLocks noGrp="1"/>
          </p:cNvSpPr>
          <p:nvPr>
            <p:ph type="title"/>
          </p:nvPr>
        </p:nvSpPr>
        <p:spPr>
          <a:xfrm>
            <a:off x="508001" y="457200"/>
            <a:ext cx="6447501" cy="990600"/>
          </a:xfrm>
          <a:prstGeom prst="rect">
            <a:avLst/>
          </a:prstGeom>
        </p:spPr>
        <p:txBody>
          <a:bodyPr anchor="t" bIns="45720" lIns="91440" rIns="91440" rtlCol="0" tIns="45720" vert="horz">
            <a:normAutofit/>
          </a:bodyPr>
          <a:lstStyle/>
          <a:p>
            <a:r>
              <a:rPr altLang="zh-CN" lang="en-US"/>
              <a:t>Click to edit Master title style</a:t>
            </a:r>
            <a:endParaRPr dirty="0" lang="en-US"/>
          </a:p>
        </p:txBody>
      </p:sp>
      <p:sp>
        <p:nvSpPr>
          <p:cNvPr id="3" name="Text Placeholder 2"/>
          <p:cNvSpPr>
            <a:spLocks noGrp="1"/>
          </p:cNvSpPr>
          <p:nvPr>
            <p:ph idx="1" type="body"/>
          </p:nvPr>
        </p:nvSpPr>
        <p:spPr>
          <a:xfrm>
            <a:off x="508001" y="1620442"/>
            <a:ext cx="6447501" cy="2910580"/>
          </a:xfrm>
          <a:prstGeom prst="rect">
            <a:avLst/>
          </a:prstGeom>
        </p:spPr>
        <p:txBody>
          <a:bodyPr bIns="45720" lIns="91440" rIns="91440" rtlCol="0" tIns="45720" vert="horz">
            <a:normAutofit/>
          </a:bodyPr>
          <a:lstStyle/>
          <a:p>
            <a:pPr lvl="0"/>
            <a:r>
              <a:rPr altLang="zh-CN" lang="en-US"/>
              <a:t>Click to edit Master text styles</a:t>
            </a:r>
          </a:p>
          <a:p>
            <a:pPr lvl="1"/>
            <a:r>
              <a:rPr altLang="zh-CN" lang="en-US"/>
              <a:t>Second level</a:t>
            </a:r>
          </a:p>
          <a:p>
            <a:pPr lvl="2"/>
            <a:r>
              <a:rPr altLang="zh-CN" lang="en-US"/>
              <a:t>Third level</a:t>
            </a:r>
          </a:p>
          <a:p>
            <a:pPr lvl="3"/>
            <a:r>
              <a:rPr altLang="zh-CN" lang="en-US"/>
              <a:t>Fourth level</a:t>
            </a:r>
          </a:p>
          <a:p>
            <a:pPr lvl="4"/>
            <a:r>
              <a:rPr altLang="zh-CN" lang="en-US"/>
              <a:t>Fifth level</a:t>
            </a:r>
            <a:endParaRPr dirty="0" lang="en-US"/>
          </a:p>
        </p:txBody>
      </p:sp>
      <p:sp>
        <p:nvSpPr>
          <p:cNvPr id="4" name="Date Placeholder 3"/>
          <p:cNvSpPr>
            <a:spLocks noGrp="1"/>
          </p:cNvSpPr>
          <p:nvPr>
            <p:ph idx="2" sz="half" type="dt"/>
          </p:nvPr>
        </p:nvSpPr>
        <p:spPr>
          <a:xfrm>
            <a:off x="5403850" y="4531022"/>
            <a:ext cx="683954" cy="273844"/>
          </a:xfrm>
          <a:prstGeom prst="rect">
            <a:avLst/>
          </a:prstGeom>
        </p:spPr>
        <p:txBody>
          <a:bodyPr anchor="ctr" bIns="45720" lIns="91440" rIns="91440" rtlCol="0" tIns="45720" vert="horz"/>
          <a:lstStyle>
            <a:lvl1pPr algn="r">
              <a:defRPr sz="675">
                <a:solidFill>
                  <a:schemeClr val="tx1">
                    <a:tint val="75000"/>
                  </a:schemeClr>
                </a:solidFill>
              </a:defRPr>
            </a:lvl1pPr>
          </a:lstStyle>
          <a:p>
            <a:fld id="{241EB5C9-1307-BA42-ABA2-0BC069CD8E7F}" type="datetimeFigureOut">
              <a:rPr lang="en-US" smtClean="0"/>
              <a:t>12/25/2025</a:t>
            </a:fld>
            <a:endParaRPr lang="en-US"/>
          </a:p>
        </p:txBody>
      </p:sp>
      <p:sp>
        <p:nvSpPr>
          <p:cNvPr id="5" name="Footer Placeholder 4"/>
          <p:cNvSpPr>
            <a:spLocks noGrp="1"/>
          </p:cNvSpPr>
          <p:nvPr>
            <p:ph idx="3" sz="quarter" type="ftr"/>
          </p:nvPr>
        </p:nvSpPr>
        <p:spPr>
          <a:xfrm>
            <a:off x="508001" y="4531022"/>
            <a:ext cx="4723209" cy="273844"/>
          </a:xfrm>
          <a:prstGeom prst="rect">
            <a:avLst/>
          </a:prstGeom>
        </p:spPr>
        <p:txBody>
          <a:bodyPr anchor="ctr" bIns="45720" lIns="91440" rIns="91440" rtlCol="0" tIns="45720" vert="horz"/>
          <a:lstStyle>
            <a:lvl1pPr algn="l">
              <a:defRPr sz="675">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442998" y="4531022"/>
            <a:ext cx="512504" cy="273844"/>
          </a:xfrm>
          <a:prstGeom prst="rect">
            <a:avLst/>
          </a:prstGeom>
        </p:spPr>
        <p:txBody>
          <a:bodyPr anchor="ctr" bIns="45720" lIns="91440" rIns="91440" rtlCol="0" tIns="45720" vert="horz"/>
          <a:lstStyle>
            <a:lvl1pPr algn="r">
              <a:defRPr sz="675">
                <a:solidFill>
                  <a:schemeClr val="accent1"/>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264577873"/>
      </p:ext>
    </p:extLst>
  </p:cSld>
  <p:clrMap accent1="accent1" accent2="accent2" accent3="accent3" accent4="accent4" accent5="accent5" accent6="accent6" bg1="dk1" bg2="dk2" folHlink="folHlink" hlink="hlink" tx1="lt1" tx2="lt2"/>
  <p:sldLayoutIdLst>
    <p:sldLayoutId id="2147483679" r:id="rId1"/>
    <p:sldLayoutId id="2147483680" r:id="rId2"/>
    <p:sldLayoutId id="2147483681" r:id="rId3"/>
    <p:sldLayoutId id="2147483682" r:id="rId4"/>
    <p:sldLayoutId id="2147483683" r:id="rId5"/>
    <p:sldLayoutId id="2147483684" r:id="rId6"/>
    <p:sldLayoutId id="2147483685" r:id="rId7"/>
    <p:sldLayoutId id="2147483686" r:id="rId8"/>
    <p:sldLayoutId id="2147483687" r:id="rId9"/>
    <p:sldLayoutId id="2147483688" r:id="rId10"/>
    <p:sldLayoutId id="2147483689" r:id="rId11"/>
    <p:sldLayoutId id="2147483690" r:id="rId12"/>
    <p:sldLayoutId id="2147483691" r:id="rId13"/>
    <p:sldLayoutId id="2147483692" r:id="rId14"/>
    <p:sldLayoutId id="2147483693" r:id="rId15"/>
    <p:sldLayoutId id="2147483694" r:id="rId16"/>
  </p:sldLayoutIdLst>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txStyles>
    <p:titleStyle>
      <a:lvl1pPr algn="l" defTabSz="342900" eaLnBrk="1" hangingPunct="1" latinLnBrk="0" rtl="0">
        <a:spcBef>
          <a:spcPct val="0"/>
        </a:spcBef>
        <a:buNone/>
        <a:defRPr kern="1200" sz="2700">
          <a:solidFill>
            <a:schemeClr val="accent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algn="l" defTabSz="342900" eaLnBrk="1" hangingPunct="1" indent="-257175" latinLnBrk="0" marL="257175" rtl="0">
        <a:spcBef>
          <a:spcPts val="750"/>
        </a:spcBef>
        <a:spcAft>
          <a:spcPts val="0"/>
        </a:spcAft>
        <a:buClr>
          <a:schemeClr val="accent1"/>
        </a:buClr>
        <a:buSzPct val="80000"/>
        <a:buFont charset="2" typeface="Wingdings 3"/>
        <a:buChar char=""/>
        <a:defRPr kern="1200" sz="1350">
          <a:solidFill>
            <a:schemeClr val="tx1">
              <a:lumMod val="75000"/>
              <a:lumOff val="25000"/>
            </a:schemeClr>
          </a:solidFill>
          <a:latin typeface="+mn-lt"/>
          <a:ea typeface="+mn-ea"/>
          <a:cs typeface="+mn-cs"/>
        </a:defRPr>
      </a:lvl1pPr>
      <a:lvl2pPr algn="l" defTabSz="342900" eaLnBrk="1" hangingPunct="1" indent="-214313" latinLnBrk="0" marL="557213" rtl="0">
        <a:spcBef>
          <a:spcPts val="750"/>
        </a:spcBef>
        <a:spcAft>
          <a:spcPts val="0"/>
        </a:spcAft>
        <a:buClr>
          <a:schemeClr val="accent1"/>
        </a:buClr>
        <a:buSzPct val="80000"/>
        <a:buFont charset="2" typeface="Wingdings 3"/>
        <a:buChar char=""/>
        <a:defRPr kern="1200" sz="1200">
          <a:solidFill>
            <a:schemeClr val="tx1">
              <a:lumMod val="75000"/>
              <a:lumOff val="25000"/>
            </a:schemeClr>
          </a:solidFill>
          <a:latin typeface="+mn-lt"/>
          <a:ea typeface="+mn-ea"/>
          <a:cs typeface="+mn-cs"/>
        </a:defRPr>
      </a:lvl2pPr>
      <a:lvl3pPr algn="l" defTabSz="342900" eaLnBrk="1" hangingPunct="1" indent="-171450" latinLnBrk="0" marL="857250" rtl="0">
        <a:spcBef>
          <a:spcPts val="750"/>
        </a:spcBef>
        <a:spcAft>
          <a:spcPts val="0"/>
        </a:spcAft>
        <a:buClr>
          <a:schemeClr val="accent1"/>
        </a:buClr>
        <a:buSzPct val="80000"/>
        <a:buFont charset="2" typeface="Wingdings 3"/>
        <a:buChar char=""/>
        <a:defRPr kern="1200" sz="1050">
          <a:solidFill>
            <a:schemeClr val="tx1">
              <a:lumMod val="75000"/>
              <a:lumOff val="25000"/>
            </a:schemeClr>
          </a:solidFill>
          <a:latin typeface="+mn-lt"/>
          <a:ea typeface="+mn-ea"/>
          <a:cs typeface="+mn-cs"/>
        </a:defRPr>
      </a:lvl3pPr>
      <a:lvl4pPr algn="l" defTabSz="342900" eaLnBrk="1" hangingPunct="1" indent="-171450" latinLnBrk="0" marL="1200150" rtl="0">
        <a:spcBef>
          <a:spcPts val="750"/>
        </a:spcBef>
        <a:spcAft>
          <a:spcPts val="0"/>
        </a:spcAft>
        <a:buClr>
          <a:schemeClr val="accent1"/>
        </a:buClr>
        <a:buSzPct val="80000"/>
        <a:buFont charset="2" typeface="Wingdings 3"/>
        <a:buChar char=""/>
        <a:defRPr kern="1200" sz="900">
          <a:solidFill>
            <a:schemeClr val="tx1">
              <a:lumMod val="75000"/>
              <a:lumOff val="25000"/>
            </a:schemeClr>
          </a:solidFill>
          <a:latin typeface="+mn-lt"/>
          <a:ea typeface="+mn-ea"/>
          <a:cs typeface="+mn-cs"/>
        </a:defRPr>
      </a:lvl4pPr>
      <a:lvl5pPr algn="l" defTabSz="342900" eaLnBrk="1" hangingPunct="1" indent="-171450" latinLnBrk="0" marL="1543050" rtl="0">
        <a:spcBef>
          <a:spcPts val="750"/>
        </a:spcBef>
        <a:spcAft>
          <a:spcPts val="0"/>
        </a:spcAft>
        <a:buClr>
          <a:schemeClr val="accent1"/>
        </a:buClr>
        <a:buSzPct val="80000"/>
        <a:buFont charset="2" typeface="Wingdings 3"/>
        <a:buChar char=""/>
        <a:defRPr kern="1200" sz="900">
          <a:solidFill>
            <a:schemeClr val="tx1">
              <a:lumMod val="75000"/>
              <a:lumOff val="25000"/>
            </a:schemeClr>
          </a:solidFill>
          <a:latin typeface="+mn-lt"/>
          <a:ea typeface="+mn-ea"/>
          <a:cs typeface="+mn-cs"/>
        </a:defRPr>
      </a:lvl5pPr>
      <a:lvl6pPr algn="l" defTabSz="342900" eaLnBrk="1" hangingPunct="1" indent="-171450" latinLnBrk="0" marL="1885950" rtl="0">
        <a:spcBef>
          <a:spcPts val="750"/>
        </a:spcBef>
        <a:spcAft>
          <a:spcPts val="0"/>
        </a:spcAft>
        <a:buClr>
          <a:schemeClr val="accent1"/>
        </a:buClr>
        <a:buSzPct val="80000"/>
        <a:buFont charset="2" typeface="Wingdings 3"/>
        <a:buChar char=""/>
        <a:defRPr kern="1200" sz="900">
          <a:solidFill>
            <a:schemeClr val="tx1">
              <a:lumMod val="75000"/>
              <a:lumOff val="25000"/>
            </a:schemeClr>
          </a:solidFill>
          <a:latin typeface="+mn-lt"/>
          <a:ea typeface="+mn-ea"/>
          <a:cs typeface="+mn-cs"/>
        </a:defRPr>
      </a:lvl6pPr>
      <a:lvl7pPr algn="l" defTabSz="342900" eaLnBrk="1" hangingPunct="1" indent="-171450" latinLnBrk="0" marL="2228850" rtl="0">
        <a:spcBef>
          <a:spcPts val="750"/>
        </a:spcBef>
        <a:spcAft>
          <a:spcPts val="0"/>
        </a:spcAft>
        <a:buClr>
          <a:schemeClr val="accent1"/>
        </a:buClr>
        <a:buSzPct val="80000"/>
        <a:buFont charset="2" typeface="Wingdings 3"/>
        <a:buChar char=""/>
        <a:defRPr kern="1200" sz="900">
          <a:solidFill>
            <a:schemeClr val="tx1">
              <a:lumMod val="75000"/>
              <a:lumOff val="25000"/>
            </a:schemeClr>
          </a:solidFill>
          <a:latin typeface="+mn-lt"/>
          <a:ea typeface="+mn-ea"/>
          <a:cs typeface="+mn-cs"/>
        </a:defRPr>
      </a:lvl7pPr>
      <a:lvl8pPr algn="l" defTabSz="342900" eaLnBrk="1" hangingPunct="1" indent="-171450" latinLnBrk="0" marL="2571750" rtl="0">
        <a:spcBef>
          <a:spcPts val="750"/>
        </a:spcBef>
        <a:spcAft>
          <a:spcPts val="0"/>
        </a:spcAft>
        <a:buClr>
          <a:schemeClr val="accent1"/>
        </a:buClr>
        <a:buSzPct val="80000"/>
        <a:buFont charset="2" typeface="Wingdings 3"/>
        <a:buChar char=""/>
        <a:defRPr kern="1200" sz="900">
          <a:solidFill>
            <a:schemeClr val="tx1">
              <a:lumMod val="75000"/>
              <a:lumOff val="25000"/>
            </a:schemeClr>
          </a:solidFill>
          <a:latin typeface="+mn-lt"/>
          <a:ea typeface="+mn-ea"/>
          <a:cs typeface="+mn-cs"/>
        </a:defRPr>
      </a:lvl8pPr>
      <a:lvl9pPr algn="l" defTabSz="342900" eaLnBrk="1" hangingPunct="1" indent="-171450" latinLnBrk="0" marL="2914650" rtl="0">
        <a:spcBef>
          <a:spcPts val="750"/>
        </a:spcBef>
        <a:spcAft>
          <a:spcPts val="0"/>
        </a:spcAft>
        <a:buClr>
          <a:schemeClr val="accent1"/>
        </a:buClr>
        <a:buSzPct val="80000"/>
        <a:buFont charset="2" typeface="Wingdings 3"/>
        <a:buChar char=""/>
        <a:defRPr kern="1200" sz="900">
          <a:solidFill>
            <a:schemeClr val="tx1">
              <a:lumMod val="75000"/>
              <a:lumOff val="25000"/>
            </a:schemeClr>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slide" Target="slide3.xml" /><Relationship Id="rId3" Type="http://schemas.openxmlformats.org/officeDocument/2006/relationships/slide" Target="slide8.xml" /><Relationship Id="rId4" Type="http://schemas.openxmlformats.org/officeDocument/2006/relationships/slide" Target="slide9.xml" /><Relationship Id="rId5" Type="http://schemas.openxmlformats.org/officeDocument/2006/relationships/slide" Target="slide15.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slide" Target="slide17.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github.com/quarto-dev/quarto-cli/issues/13372" TargetMode="Externa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std.samr.gov.cn/gb/search/gbDetailed?id=A47A713B767814ABE05397BE0A0ABB25" TargetMode="Externa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1130300" y="1803400"/>
            <a:ext cx="5825202" cy="1234727"/>
          </a:xfrm>
        </p:spPr>
        <p:txBody>
          <a:bodyPr/>
          <a:lstStyle/>
          <a:p>
            <a:pPr lvl="0" indent="0" marL="0">
              <a:buNone/>
            </a:pPr>
            <a:r>
              <a:rPr/>
              <a:t>中文幻灯片示例</a:t>
            </a:r>
          </a:p>
        </p:txBody>
      </p:sp>
      <p:sp>
        <p:nvSpPr>
          <p:cNvPr id="3" name="Subtitle 2"/>
          <p:cNvSpPr>
            <a:spLocks noGrp="1"/>
          </p:cNvSpPr>
          <p:nvPr>
            <p:ph idx="1" type="subTitle"/>
          </p:nvPr>
        </p:nvSpPr>
        <p:spPr>
          <a:xfrm>
            <a:off x="1130300" y="3038125"/>
            <a:ext cx="5825202" cy="822674"/>
          </a:xfrm>
        </p:spPr>
        <p:txBody>
          <a:bodyPr/>
          <a:lstStyle/>
          <a:p>
            <a:pPr lvl="0" indent="0" marL="0">
              <a:buNone/>
            </a:pPr>
            <a:r>
              <a:rPr/>
              <a:t>SunQuarTeX Examples</a:t>
            </a:r>
            <a:br/>
            <a:br/>
            <a:r>
              <a:rPr/>
              <a:t>sun123zxy</a:t>
            </a:r>
          </a:p>
        </p:txBody>
      </p:sp>
      <p:sp>
        <p:nvSpPr>
          <p:cNvPr id="4" name="Date Placeholder 3"/>
          <p:cNvSpPr>
            <a:spLocks noGrp="1"/>
          </p:cNvSpPr>
          <p:nvPr>
            <p:ph idx="10" sz="half" type="dt"/>
          </p:nvPr>
        </p:nvSpPr>
        <p:spPr/>
        <p:txBody>
          <a:bodyPr/>
          <a:lstStyle/>
          <a:p>
            <a:pPr lvl="0" indent="0" marL="0">
              <a:buNone/>
            </a:pPr>
            <a:r>
              <a:rPr/>
              <a:t>2023-08-21</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目录</a:t>
            </a:r>
          </a:p>
        </p:txBody>
      </p:sp>
      <p:sp>
        <p:nvSpPr>
          <p:cNvPr id="3" name="Content Placeholder 2"/>
          <p:cNvSpPr>
            <a:spLocks noGrp="1"/>
          </p:cNvSpPr>
          <p:nvPr>
            <p:ph idx="1"/>
          </p:nvPr>
        </p:nvSpPr>
        <p:spPr/>
        <p:txBody>
          <a:bodyPr/>
          <a:lstStyle/>
          <a:p>
            <a:pPr lvl="0"/>
            <a:r>
              <a:rPr>
                <a:hlinkClick r:id="rId2" action="ppaction://hlinksldjump"/>
              </a:rPr>
              <a:t>Section A</a:t>
            </a:r>
          </a:p>
          <a:p>
            <a:pPr lvl="0"/>
            <a:r>
              <a:rPr>
                <a:hlinkClick r:id="rId3" action="ppaction://hlinksldjump"/>
              </a:rPr>
              <a:t>Section B</a:t>
            </a:r>
          </a:p>
          <a:p>
            <a:pPr lvl="1"/>
            <a:r>
              <a:rPr>
                <a:hlinkClick r:id="rId4" action="ppaction://hlinksldjump"/>
              </a:rPr>
              <a:t>Subsection 1</a:t>
            </a:r>
          </a:p>
          <a:p>
            <a:pPr lvl="1"/>
            <a:r>
              <a:rPr>
                <a:hlinkClick r:id="rId5" action="ppaction://hlinksldjump"/>
              </a:rPr>
              <a:t>Subsection 2</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08001" y="2025651"/>
            <a:ext cx="6447501" cy="1369936"/>
          </a:xfrm>
        </p:spPr>
        <p:txBody>
          <a:bodyPr/>
          <a:lstStyle/>
          <a:p>
            <a:pPr lvl="0" indent="0" marL="0">
              <a:buNone/>
            </a:pPr>
            <a:r>
              <a:rPr/>
              <a:t>Section A</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文字</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长长长</a:t>
                </a:r>
                <a:r>
                  <a:rPr b="1"/>
                  <a:t>长长 long 长长</a:t>
                </a:r>
                <a:r>
                  <a:rPr/>
                  <a:t>长长长长长</a:t>
                </a:r>
                <a:r>
                  <a:rPr i="1"/>
                  <a:t>长长 long 长长</a:t>
                </a:r>
                <a:r>
                  <a:rPr/>
                  <a:t>长长长长长长长长长长长长长长长长长长长长长长长长长长长句子．</a:t>
                </a:r>
              </a:p>
              <a:p>
                <a:pPr lvl="0" indent="0" marL="0">
                  <a:buNone/>
                </a:pPr>
                <a:r>
                  <a:rPr/>
                  <a:t>长长长 </a:t>
                </a:r>
                <a14:m>
                  <m:oMath xmlns:m="http://schemas.openxmlformats.org/officeDocument/2006/math">
                    <m:r>
                      <m:t>e</m:t>
                    </m:r>
                  </m:oMath>
                </a14:m>
                <a:r>
                  <a:rPr/>
                  <a:t> 长长长 </a:t>
                </a:r>
                <a14:m>
                  <m:oMath xmlns:m="http://schemas.openxmlformats.org/officeDocument/2006/math">
                    <m:r>
                      <m:t>f</m:t>
                    </m:r>
                    <m:r>
                      <m:t>g</m:t>
                    </m:r>
                    <m:r>
                      <m:t>e</m:t>
                    </m:r>
                  </m:oMath>
                </a14:m>
                <a:r>
                  <a:rPr/>
                  <a:t> 长长长长长长长长长长长长长长长长长长长长长长长长长段落．</a:t>
                </a:r>
              </a:p>
            </p:txBody>
          </p:sp>
        </mc:Choice>
      </mc:AlternateContent>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左栏．</a:t>
            </a:r>
          </a:p>
          <a:p>
            <a:pPr lvl="0"/>
            <a:r>
              <a:rPr/>
              <a:t>窄窄窄窄窄窄窄窄窄窄窄窄窄窄窄窄窄的左栏．</a:t>
            </a:r>
          </a:p>
        </p:txBody>
      </p:sp>
      <p:sp>
        <p:nvSpPr>
          <p:cNvPr id="4" name="Content Placeholder 3"/>
          <p:cNvSpPr>
            <a:spLocks noGrp="1"/>
          </p:cNvSpPr>
          <p:nvPr>
            <p:ph idx="2" sz="half"/>
          </p:nvPr>
        </p:nvSpPr>
        <p:spPr/>
        <p:txBody>
          <a:bodyPr/>
          <a:lstStyle/>
          <a:p>
            <a:pPr lvl="0"/>
            <a:r>
              <a:rPr/>
              <a:t>右栏．</a:t>
            </a:r>
          </a:p>
          <a:p>
            <a:pPr lvl="0"/>
            <a:r>
              <a:rPr/>
              <a:t>宽宽宽宽宽宽宽宽宽宽宽宽宽宽宽宽宽宽宽宽宽宽宽宽宽宽宽宽宽宽宽的右栏．</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列表</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a:r>
                  <a:rPr/>
                  <a:t>这是列表．</a:t>
                </a:r>
              </a:p>
              <a:p>
                <a:pPr lvl="0"/>
                <a:r>
                  <a:rPr/>
                  <a:t>紧的列表．</a:t>
                </a:r>
              </a:p>
              <a:p>
                <a:pPr lvl="0" indent="0" marL="0">
                  <a:buNone/>
                </a:pPr>
                <a:r>
                  <a:rPr/>
                  <a:t>噢</a:t>
                </a:r>
              </a:p>
              <a:p>
                <a:pPr lvl="0"/>
                <a:r>
                  <a:rPr/>
                  <a:t>这是列表．</a:t>
                </a:r>
              </a:p>
              <a:p>
                <a:pPr lvl="0"/>
                <a:r>
                  <a:rPr/>
                  <a:t>松的列表．</a:t>
                </a:r>
              </a:p>
              <a:p>
                <a:pPr lvl="0" indent="0" marL="0">
                  <a:buNone/>
                </a:pPr>
                <a:r>
                  <a:rPr/>
                  <a:t>下面是一个定义列表．</a:t>
                </a:r>
              </a:p>
              <a:p>
                <a:pPr lvl="0" indent="0" marL="0">
                  <a:buNone/>
                </a:pPr>
                <a:r>
                  <a:rPr b="1"/>
                  <a:t>自反性</a:t>
                </a:r>
              </a:p>
              <a:p>
                <a:pPr lvl="0" indent="0" marL="1270000">
                  <a:buNone/>
                </a:pPr>
                <a14:m>
                  <m:oMath xmlns:m="http://schemas.openxmlformats.org/officeDocument/2006/math">
                    <m:r>
                      <m:t>a</m:t>
                    </m:r>
                    <m:r>
                      <m:rPr>
                        <m:sty m:val="p"/>
                      </m:rPr>
                      <m:t>∼</m:t>
                    </m:r>
                    <m:r>
                      <m:t>a</m:t>
                    </m:r>
                  </m:oMath>
                </a14:m>
              </a:p>
              <a:p>
                <a:pPr lvl="0" indent="0" marL="0">
                  <a:buNone/>
                </a:pPr>
                <a:r>
                  <a:rPr b="1"/>
                  <a:t>反对称性</a:t>
                </a:r>
              </a:p>
              <a:p>
                <a:pPr lvl="0" indent="0" marL="1270000">
                  <a:buNone/>
                </a:pPr>
                <a14:m>
                  <m:oMath xmlns:m="http://schemas.openxmlformats.org/officeDocument/2006/math">
                    <m:r>
                      <m:t>a</m:t>
                    </m:r>
                    <m:r>
                      <m:rPr>
                        <m:sty m:val="p"/>
                      </m:rPr>
                      <m:t>≤</m:t>
                    </m:r>
                    <m:r>
                      <m:t>b</m:t>
                    </m:r>
                    <m:r>
                      <m:rPr>
                        <m:sty m:val="p"/>
                      </m:rPr>
                      <m:t>∧</m:t>
                    </m:r>
                    <m:r>
                      <m:t>b</m:t>
                    </m:r>
                    <m:r>
                      <m:rPr>
                        <m:sty m:val="p"/>
                      </m:rPr>
                      <m:t>≤</m:t>
                    </m:r>
                    <m:r>
                      <m:t>a</m:t>
                    </m:r>
                    <m:r>
                      <m:rPr>
                        <m:sty m:val="p"/>
                      </m:rPr>
                      <m:t>⟹</m:t>
                    </m:r>
                    <m:r>
                      <m:t>a</m:t>
                    </m:r>
                    <m:r>
                      <m:rPr>
                        <m:sty m:val="p"/>
                      </m:rPr>
                      <m:t>=</m:t>
                    </m:r>
                    <m:r>
                      <m:t>b</m:t>
                    </m:r>
                  </m:oMath>
                </a14:m>
              </a:p>
              <a:p>
                <a:pPr lvl="0" indent="0" marL="0">
                  <a:buNone/>
                </a:pPr>
                <a:r>
                  <a:rPr b="1"/>
                  <a:t>传递性</a:t>
                </a:r>
              </a:p>
              <a:p>
                <a:pPr lvl="0" indent="0" marL="1270000">
                  <a:buNone/>
                </a:pPr>
                <a14:m>
                  <m:oMath xmlns:m="http://schemas.openxmlformats.org/officeDocument/2006/math">
                    <m:r>
                      <m:t>a</m:t>
                    </m:r>
                    <m:r>
                      <m:rPr>
                        <m:sty m:val="p"/>
                      </m:rPr>
                      <m:t>≤</m:t>
                    </m:r>
                    <m:r>
                      <m:t>b</m:t>
                    </m:r>
                    <m:r>
                      <m:rPr>
                        <m:sty m:val="p"/>
                      </m:rPr>
                      <m:t>∧</m:t>
                    </m:r>
                    <m:r>
                      <m:t>b</m:t>
                    </m:r>
                    <m:r>
                      <m:rPr>
                        <m:sty m:val="p"/>
                      </m:rPr>
                      <m:t>≤</m:t>
                    </m:r>
                    <m:r>
                      <m:t>c</m:t>
                    </m:r>
                    <m:r>
                      <m:rPr>
                        <m:sty m:val="p"/>
                      </m:rPr>
                      <m:t>⟹</m:t>
                    </m:r>
                    <m:r>
                      <m:t>a</m:t>
                    </m:r>
                    <m:r>
                      <m:rPr>
                        <m:sty m:val="p"/>
                      </m:rPr>
                      <m:t>≤</m:t>
                    </m:r>
                    <m:r>
                      <m:t>c</m:t>
                    </m:r>
                  </m:oMath>
                </a14:m>
              </a:p>
            </p:txBody>
          </p:sp>
        </mc:Choice>
      </mc:AlternateContent>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引用</a:t>
            </a:r>
          </a:p>
        </p:txBody>
      </p:sp>
      <p:sp>
        <p:nvSpPr>
          <p:cNvPr id="3" name="Content Placeholder 2"/>
          <p:cNvSpPr>
            <a:spLocks noGrp="1"/>
          </p:cNvSpPr>
          <p:nvPr>
            <p:ph idx="1"/>
          </p:nvPr>
        </p:nvSpPr>
        <p:spPr/>
        <p:txBody>
          <a:bodyPr/>
          <a:lstStyle/>
          <a:p>
            <a:pPr lvl="0" indent="0" marL="0">
              <a:buNone/>
            </a:pPr>
            <a:r>
              <a:rPr/>
              <a:t>哇[1, p.1]．哇哦[2], [3]．嗨</a:t>
            </a:r>
            <a:r>
              <a:rPr baseline="30000">
                <a:hlinkClick r:id="rId2" action="ppaction://hlinksldjump"/>
              </a:rPr>
              <a:t>1</a:t>
            </a:r>
            <a:r>
              <a:rPr/>
              <a:t>．</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08001" y="2025651"/>
            <a:ext cx="6447501" cy="1369936"/>
          </a:xfrm>
        </p:spPr>
        <p:txBody>
          <a:bodyPr/>
          <a:lstStyle/>
          <a:p>
            <a:pPr lvl="0" indent="0" marL="0">
              <a:buNone/>
            </a:pPr>
            <a:r>
              <a:rPr/>
              <a:t>Section B</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08001" y="2025651"/>
            <a:ext cx="6447501" cy="1369936"/>
          </a:xfrm>
        </p:spPr>
        <p:txBody>
          <a:bodyPr/>
          <a:lstStyle/>
          <a:p>
            <a:pPr lvl="0" indent="0" marL="0">
              <a:buNone/>
            </a:pPr>
            <a:r>
              <a:rPr/>
              <a:t>Subsection 1</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代码块</a:t>
            </a:r>
          </a:p>
        </p:txBody>
      </p:sp>
      <p:sp>
        <p:nvSpPr>
          <p:cNvPr id="3" name="Content Placeholder 2"/>
          <p:cNvSpPr>
            <a:spLocks noGrp="1"/>
          </p:cNvSpPr>
          <p:nvPr>
            <p:ph idx="1"/>
          </p:nvPr>
        </p:nvSpPr>
        <p:spPr/>
        <p:txBody>
          <a:bodyPr/>
          <a:lstStyle/>
          <a:p>
            <a:pPr lvl="0" indent="0" marL="0">
              <a:buNone/>
            </a:pPr>
            <a:r>
              <a:rPr/>
              <a:t>行间代码 </a:t>
            </a:r>
            <a:r>
              <a:rPr>
                <a:latin typeface="Courier"/>
              </a:rPr>
              <a:t>print("Hello, SunQuarTeX")</a:t>
            </a:r>
            <a:r>
              <a:rPr/>
              <a:t>.</a:t>
            </a:r>
          </a:p>
          <a:p>
            <a:pPr lvl="0" indent="0">
              <a:buNone/>
            </a:pPr>
            <a:r>
              <a:rPr>
                <a:solidFill>
                  <a:srgbClr val="AD0000"/>
                </a:solidFill>
                <a:latin typeface="Courier"/>
              </a:rPr>
              <a:t>#include</a:t>
            </a:r>
            <a:r>
              <a:rPr>
                <a:solidFill>
                  <a:srgbClr val="00769E"/>
                </a:solidFill>
                <a:latin typeface="Courier"/>
              </a:rPr>
              <a:t>&lt;bits/stdc++.h&gt;</a:t>
            </a:r>
            <a:br/>
            <a:r>
              <a:rPr b="1">
                <a:solidFill>
                  <a:srgbClr val="003B4F"/>
                </a:solidFill>
                <a:latin typeface="Courier"/>
              </a:rPr>
              <a:t>using</a:t>
            </a:r>
            <a:r>
              <a:rPr>
                <a:solidFill>
                  <a:srgbClr val="003B4F"/>
                </a:solidFill>
                <a:latin typeface="Courier"/>
              </a:rPr>
              <a:t> </a:t>
            </a:r>
            <a:r>
              <a:rPr b="1">
                <a:solidFill>
                  <a:srgbClr val="003B4F"/>
                </a:solidFill>
                <a:latin typeface="Courier"/>
              </a:rPr>
              <a:t>namespace</a:t>
            </a:r>
            <a:r>
              <a:rPr>
                <a:solidFill>
                  <a:srgbClr val="003B4F"/>
                </a:solidFill>
                <a:latin typeface="Courier"/>
              </a:rPr>
              <a:t> std</a:t>
            </a:r>
            <a:r>
              <a:rPr>
                <a:solidFill>
                  <a:srgbClr val="5E5E5E"/>
                </a:solidFill>
                <a:latin typeface="Courier"/>
              </a:rPr>
              <a:t>;</a:t>
            </a:r>
            <a:br/>
            <a:br/>
            <a:r>
              <a:rPr>
                <a:solidFill>
                  <a:srgbClr val="AD0000"/>
                </a:solidFill>
                <a:latin typeface="Courier"/>
              </a:rPr>
              <a:t>int</a:t>
            </a:r>
            <a:r>
              <a:rPr>
                <a:solidFill>
                  <a:srgbClr val="003B4F"/>
                </a:solidFill>
                <a:latin typeface="Courier"/>
              </a:rPr>
              <a:t> main</a:t>
            </a:r>
            <a:r>
              <a:rPr>
                <a:solidFill>
                  <a:srgbClr val="5E5E5E"/>
                </a:solidFill>
                <a:latin typeface="Courier"/>
              </a:rPr>
              <a:t>(){</a:t>
            </a:r>
            <a:br/>
            <a:r>
              <a:rPr>
                <a:solidFill>
                  <a:srgbClr val="003B4F"/>
                </a:solidFill>
                <a:latin typeface="Courier"/>
              </a:rPr>
              <a:t>    </a:t>
            </a:r>
            <a:r>
              <a:rPr b="1">
                <a:solidFill>
                  <a:srgbClr val="003B4F"/>
                </a:solidFill>
                <a:latin typeface="Courier"/>
              </a:rPr>
              <a:t>return</a:t>
            </a:r>
            <a:r>
              <a:rPr>
                <a:solidFill>
                  <a:srgbClr val="003B4F"/>
                </a:solidFill>
                <a:latin typeface="Courier"/>
              </a:rPr>
              <a:t> </a:t>
            </a:r>
            <a:r>
              <a:rPr>
                <a:solidFill>
                  <a:srgbClr val="AD0000"/>
                </a:solidFill>
                <a:latin typeface="Courier"/>
              </a:rPr>
              <a:t>0</a:t>
            </a:r>
            <a:r>
              <a:rPr>
                <a:solidFill>
                  <a:srgbClr val="5E5E5E"/>
                </a:solidFill>
                <a:latin typeface="Courier"/>
              </a:rPr>
              <a:t>;</a:t>
            </a:r>
            <a:r>
              <a:rPr>
                <a:solidFill>
                  <a:srgbClr val="003B4F"/>
                </a:solidFill>
                <a:latin typeface="Courier"/>
              </a:rPr>
              <a:t> </a:t>
            </a:r>
            <a:r>
              <a:rPr>
                <a:solidFill>
                  <a:srgbClr val="5E5E5E"/>
                </a:solidFill>
                <a:latin typeface="Courier"/>
              </a:rPr>
              <a:t>// 返回 0</a:t>
            </a:r>
            <a:br/>
            <a:r>
              <a:rPr>
                <a:solidFill>
                  <a:srgbClr val="5E5E5E"/>
                </a:solidFill>
                <a:latin typeface="Courier"/>
              </a:rPr>
              <a:t>}</a:t>
            </a:r>
          </a:p>
          <a:p>
            <a:pPr lvl="0" indent="0">
              <a:buNone/>
            </a:pPr>
            <a:r>
              <a:rPr b="1">
                <a:solidFill>
                  <a:srgbClr val="003B4F"/>
                </a:solidFill>
                <a:latin typeface="Courier"/>
              </a:rPr>
              <a:t>example</a:t>
            </a:r>
            <a:r>
              <a:rPr>
                <a:solidFill>
                  <a:srgbClr val="003B4F"/>
                </a:solidFill>
                <a:latin typeface="Courier"/>
              </a:rPr>
              <a:t> : (</a:t>
            </a:r>
            <a:r>
              <a:rPr b="1">
                <a:solidFill>
                  <a:srgbClr val="003B4F"/>
                </a:solidFill>
                <a:latin typeface="Courier"/>
              </a:rPr>
              <a:t>∀</a:t>
            </a:r>
            <a:r>
              <a:rPr>
                <a:solidFill>
                  <a:srgbClr val="003B4F"/>
                </a:solidFill>
                <a:latin typeface="Courier"/>
              </a:rPr>
              <a:t> x, p x → r) → ((</a:t>
            </a:r>
            <a:r>
              <a:rPr b="1">
                <a:solidFill>
                  <a:srgbClr val="003B4F"/>
                </a:solidFill>
                <a:latin typeface="Courier"/>
              </a:rPr>
              <a:t>∃</a:t>
            </a:r>
            <a:r>
              <a:rPr>
                <a:solidFill>
                  <a:srgbClr val="003B4F"/>
                </a:solidFill>
                <a:latin typeface="Courier"/>
              </a:rPr>
              <a:t> x, p x) → r) </a:t>
            </a:r>
            <a:r>
              <a:rPr>
                <a:solidFill>
                  <a:srgbClr val="5E5E5E"/>
                </a:solidFill>
                <a:latin typeface="Courier"/>
              </a:rPr>
              <a:t>:=</a:t>
            </a:r>
            <a:r>
              <a:rPr>
                <a:solidFill>
                  <a:srgbClr val="003B4F"/>
                </a:solidFill>
                <a:latin typeface="Courier"/>
              </a:rPr>
              <a:t> </a:t>
            </a:r>
            <a:r>
              <a:rPr b="1">
                <a:solidFill>
                  <a:srgbClr val="003B4F"/>
                </a:solidFill>
                <a:latin typeface="Courier"/>
              </a:rPr>
              <a:t>by</a:t>
            </a:r>
            <a:br/>
            <a:r>
              <a:rPr>
                <a:solidFill>
                  <a:srgbClr val="003B4F"/>
                </a:solidFill>
                <a:latin typeface="Courier"/>
              </a:rPr>
              <a:t>  </a:t>
            </a:r>
            <a:r>
              <a:rPr>
                <a:solidFill>
                  <a:srgbClr val="4758AB"/>
                </a:solidFill>
                <a:latin typeface="Courier"/>
              </a:rPr>
              <a:t>intro</a:t>
            </a:r>
            <a:r>
              <a:rPr>
                <a:solidFill>
                  <a:srgbClr val="003B4F"/>
                </a:solidFill>
                <a:latin typeface="Courier"/>
              </a:rPr>
              <a:t> h ⟨a, hpa⟩ </a:t>
            </a:r>
            <a:r>
              <a:rPr>
                <a:solidFill>
                  <a:srgbClr val="5E5E5E"/>
                </a:solidFill>
                <a:latin typeface="Courier"/>
              </a:rPr>
              <a:t>-- you may also `rcases` explicitly</a:t>
            </a:r>
            <a:br/>
            <a:r>
              <a:rPr>
                <a:solidFill>
                  <a:srgbClr val="003B4F"/>
                </a:solidFill>
                <a:latin typeface="Courier"/>
              </a:rPr>
              <a:t>  </a:t>
            </a:r>
            <a:r>
              <a:rPr>
                <a:solidFill>
                  <a:srgbClr val="4758AB"/>
                </a:solidFill>
                <a:latin typeface="Courier"/>
              </a:rPr>
              <a:t>exact</a:t>
            </a:r>
            <a:r>
              <a:rPr>
                <a:solidFill>
                  <a:srgbClr val="003B4F"/>
                </a:solidFill>
                <a:latin typeface="Courier"/>
              </a:rPr>
              <a:t> h a hpa</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图</a:t>
            </a:r>
          </a:p>
        </p:txBody>
      </p:sp>
      <p:pic>
        <p:nvPicPr>
          <p:cNvPr descr="figure.png" id="0" name="Picture 1"/>
          <p:cNvPicPr>
            <a:picLocks noGrp="1" noChangeAspect="1"/>
          </p:cNvPicPr>
          <p:nvPr/>
        </p:nvPicPr>
        <p:blipFill>
          <a:blip r:embed="rId2"/>
          <a:stretch>
            <a:fillRect/>
          </a:stretch>
        </p:blipFill>
        <p:spPr bwMode="auto">
          <a:xfrm>
            <a:off x="508000" y="1981200"/>
            <a:ext cx="6438900" cy="1676400"/>
          </a:xfrm>
          <a:prstGeom prst="rect">
            <a:avLst/>
          </a:prstGeom>
          <a:noFill/>
          <a:ln w="9525">
            <a:noFill/>
            <a:headEnd/>
            <a:tailEnd/>
          </a:ln>
        </p:spPr>
      </p:pic>
      <p:sp>
        <p:nvSpPr>
          <p:cNvPr id="1" name="TextBox 3"/>
          <p:cNvSpPr txBox="1"/>
          <p:nvPr>
            <p:ph idx="1"/>
          </p:nvPr>
        </p:nvSpPr>
        <p:spPr>
          <a:xfrm>
            <a:off x="508000" y="4013200"/>
            <a:ext cx="6438900" cy="508000"/>
          </a:xfrm>
          <a:prstGeom prst="rect">
            <a:avLst/>
          </a:prstGeom>
          <a:noFill/>
        </p:spPr>
        <p:txBody>
          <a:bodyPr/>
          <a:lstStyle/>
          <a:p>
            <a:pPr lvl="0" indent="0" marL="0" algn="ctr">
              <a:buNone/>
            </a:pPr>
            <a:r>
              <a:rPr/>
              <a:t>图 1: 这是一张插图</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引用一下 图 1．</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计算图</a:t>
            </a:r>
          </a:p>
        </p:txBody>
      </p:sp>
      <p:sp>
        <p:nvSpPr>
          <p:cNvPr id="3" name="Content Placeholder 2"/>
          <p:cNvSpPr>
            <a:spLocks noGrp="1"/>
          </p:cNvSpPr>
          <p:nvPr>
            <p:ph idx="1"/>
          </p:nvPr>
        </p:nvSpPr>
        <p:spPr/>
        <p:txBody>
          <a:bodyPr/>
          <a:lstStyle/>
          <a:p>
            <a:pPr lvl="0" indent="0" marL="0">
              <a:buNone/>
            </a:pPr>
            <a:r>
              <a:rPr/>
              <a:t>Beamer format temporarily disabled due to </a:t>
            </a:r>
            <a:r>
              <a:rPr>
                <a:hlinkClick r:id="rId2"/>
              </a:rPr>
              <a:t>Quarto Issue #13372</a:t>
            </a:r>
            <a:r>
              <a:rPr/>
              <a:t>.</a:t>
            </a:r>
          </a:p>
          <a:p>
            <a:pPr lvl="0" indent="0" marL="0">
              <a:buNone/>
            </a:pPr>
            <a:r>
              <a:rPr/>
              <a:t>复杂的并列效果．（图 2, 图 2 (a), 图 2 (b)）</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TikZ</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08001" y="2025651"/>
            <a:ext cx="6447501" cy="1369936"/>
          </a:xfrm>
        </p:spPr>
        <p:txBody>
          <a:bodyPr/>
          <a:lstStyle/>
          <a:p>
            <a:pPr lvl="0" indent="0" marL="0">
              <a:buNone/>
            </a:pPr>
            <a:r>
              <a:rPr/>
              <a:t>Subsection 2</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定理</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b="1"/>
                  <a:t>定理 1 (测试定理)</a:t>
                </a:r>
                <a:r>
                  <a:rPr/>
                  <a:t> 这是一个定理．</a:t>
                </a:r>
              </a:p>
              <a:p>
                <a:pPr lvl="0" indent="0" marL="0">
                  <a:buNone/>
                </a:pPr>
                <a14:m>
                  <m:oMathPara xmlns:m="http://schemas.openxmlformats.org/officeDocument/2006/math">
                    <m:oMathParaPr>
                      <m:jc m:val="center"/>
                    </m:oMathParaPr>
                    <m:oMath>
                      <m:nary>
                        <m:naryPr>
                          <m:chr m:val="∑"/>
                          <m:limLoc m:val="undOvr"/>
                          <m:subHide m:val="off"/>
                          <m:supHide m:val="on"/>
                        </m:naryPr>
                        <m:sub>
                          <m:r>
                            <m:t>d</m:t>
                          </m:r>
                          <m:r>
                            <m:rPr>
                              <m:sty m:val="p"/>
                            </m:rPr>
                            <m:t>∣</m:t>
                          </m:r>
                          <m:r>
                            <m:t>n</m:t>
                          </m:r>
                        </m:sub>
                        <m:sup>
                          <m:r>
                            <m:t>​</m:t>
                          </m:r>
                        </m:sup>
                        <m:e>
                          <m:r>
                            <m:t>φ</m:t>
                          </m:r>
                        </m:e>
                      </m:nary>
                      <m:r>
                        <m:rPr>
                          <m:sty m:val="p"/>
                        </m:rPr>
                        <m:t>(</m:t>
                      </m:r>
                      <m:r>
                        <m:t>d</m:t>
                      </m:r>
                      <m:r>
                        <m:rPr>
                          <m:sty m:val="p"/>
                        </m:rPr>
                        <m:t>)</m:t>
                      </m:r>
                      <m:r>
                        <m:rPr>
                          <m:sty m:val="p"/>
                        </m:rPr>
                        <m:t>=</m:t>
                      </m:r>
                      <m:r>
                        <m:t>n</m:t>
                      </m:r>
                    </m:oMath>
                  </m:oMathPara>
                </a14:m>
              </a:p>
              <a:p>
                <a:pPr lvl="0" indent="0" marL="0">
                  <a:buNone/>
                </a:pPr>
                <a:r>
                  <a:rPr i="1"/>
                  <a:t>证明</a:t>
                </a:r>
                <a:r>
                  <a:rPr/>
                  <a:t>. 这是一个以公式结尾的证明．</a:t>
                </a:r>
              </a:p>
              <a:p>
                <a:pPr lvl="0" indent="0" marL="0">
                  <a:buNone/>
                </a:pPr>
                <a14:m>
                  <m:oMathPara xmlns:m="http://schemas.openxmlformats.org/officeDocument/2006/math">
                    <m:oMathParaPr>
                      <m:jc m:val="center"/>
                    </m:oMathParaPr>
                    <m:oMath>
                      <m:nary>
                        <m:naryPr>
                          <m:chr m:val="∑"/>
                          <m:limLoc m:val="undOvr"/>
                          <m:subHide m:val="off"/>
                          <m:supHide m:val="on"/>
                        </m:naryPr>
                        <m:sub>
                          <m:r>
                            <m:t>d</m:t>
                          </m:r>
                          <m:r>
                            <m:rPr>
                              <m:sty m:val="p"/>
                            </m:rPr>
                            <m:t>∣</m:t>
                          </m:r>
                          <m:r>
                            <m:t>n</m:t>
                          </m:r>
                        </m:sub>
                        <m:sup>
                          <m:r>
                            <m:t>​</m:t>
                          </m:r>
                        </m:sup>
                        <m:e>
                          <m:r>
                            <m:t>μ</m:t>
                          </m:r>
                        </m:e>
                      </m:nary>
                      <m:r>
                        <m:rPr>
                          <m:sty m:val="p"/>
                        </m:rPr>
                        <m:t>(</m:t>
                      </m:r>
                      <m:r>
                        <m:t>d</m:t>
                      </m:r>
                      <m:r>
                        <m:rPr>
                          <m:sty m:val="p"/>
                        </m:rPr>
                        <m:t>)</m:t>
                      </m:r>
                      <m:r>
                        <m:rPr>
                          <m:sty m:val="p"/>
                        </m:rPr>
                        <m:t>=</m:t>
                      </m:r>
                      <m:r>
                        <m:rPr>
                          <m:sty m:val="p"/>
                        </m:rPr>
                        <m:t>[</m:t>
                      </m:r>
                      <m:r>
                        <m:t>n</m:t>
                      </m:r>
                      <m:r>
                        <m:rPr>
                          <m:sty m:val="p"/>
                        </m:rPr>
                        <m:t>=</m:t>
                      </m:r>
                      <m:r>
                        <m:t>1</m:t>
                      </m:r>
                      <m:r>
                        <m:rPr>
                          <m:sty m:val="p"/>
                        </m:rPr>
                        <m:t>]</m:t>
                      </m:r>
                    </m:oMath>
                  </m:oMathPara>
                </a14:m>
              </a:p>
              <a:p>
                <a:pPr lvl="0" indent="0" marL="0">
                  <a:buNone/>
                </a:pPr>
                <a:r>
                  <a:rPr i="1"/>
                  <a:t>证明</a:t>
                </a:r>
                <a:r>
                  <a:rPr/>
                  <a:t>. 这是一个比较长长长长长长长长长长长长长长长长长长长长长长长长长长长长长长长长长长长长长长长长长长长长长长长长长长长长长长长长长长长长长长长长的证明．</a:t>
                </a:r>
              </a:p>
              <a:p>
                <a:pPr lvl="0" indent="0" marL="0">
                  <a:buNone/>
                </a:pPr>
                <a:r>
                  <a:rPr b="1"/>
                  <a:t>定义 1</a:t>
                </a:r>
                <a:r>
                  <a:rPr/>
                  <a:t> 这是一个定义．</a:t>
                </a:r>
              </a:p>
              <a:p>
                <a:pPr lvl="0" indent="0" marL="0">
                  <a:buNone/>
                </a:pPr>
                <a:r>
                  <a:rPr b="1"/>
                  <a:t>例 1 (一个例子)</a:t>
                </a:r>
                <a:r>
                  <a:rPr/>
                  <a:t> 这是一个例子．</a:t>
                </a:r>
              </a:p>
              <a:p>
                <a:pPr lvl="0" indent="0" marL="0">
                  <a:buNone/>
                </a:pPr>
                <a:r>
                  <a:rPr i="1"/>
                  <a:t>解</a:t>
                </a:r>
                <a:r>
                  <a:rPr/>
                  <a:t>. 这是例子的解．</a:t>
                </a:r>
              </a:p>
              <a:p>
                <a:pPr lvl="0" indent="0" marL="0">
                  <a:buNone/>
                </a:pPr>
                <a:r>
                  <a:rPr b="1"/>
                  <a:t>习题 1</a:t>
                </a:r>
                <a:r>
                  <a:rPr/>
                  <a:t> 这是一个练习．</a:t>
                </a:r>
              </a:p>
              <a:p>
                <a:pPr lvl="0" indent="0" marL="0">
                  <a:buNone/>
                </a:pPr>
                <a:r>
                  <a:rPr i="1"/>
                  <a:t>注记</a:t>
                </a:r>
                <a:r>
                  <a:rPr/>
                  <a:t>. 这是一个注记，习题 1 的注记．</a:t>
                </a:r>
              </a:p>
              <a:p>
                <a:pPr lvl="0" indent="0" marL="0">
                  <a:buNone/>
                </a:pPr>
                <a:r>
                  <a:rPr b="1"/>
                  <a:t>引理 1</a:t>
                </a:r>
                <a:r>
                  <a:rPr/>
                  <a:t> 这是一个引理．</a:t>
                </a:r>
              </a:p>
              <a:p>
                <a:pPr lvl="0" indent="0" marL="0">
                  <a:buNone/>
                </a:pPr>
                <a:r>
                  <a:rPr b="1"/>
                  <a:t>推论 1</a:t>
                </a:r>
                <a:r>
                  <a:rPr/>
                  <a:t> 这是一个推论，定理 1 的推论．</a:t>
                </a:r>
              </a:p>
              <a:p>
                <a:pPr lvl="0" indent="0" marL="0">
                  <a:buNone/>
                </a:pPr>
                <a:r>
                  <a:rPr b="1"/>
                  <a:t>命题 1</a:t>
                </a:r>
                <a:r>
                  <a:rPr/>
                  <a:t> 这是一个命题．</a:t>
                </a:r>
              </a:p>
              <a:p>
                <a:pPr lvl="0" indent="0" marL="0">
                  <a:buNone/>
                </a:pPr>
                <a:r>
                  <a:rPr b="1"/>
                  <a:t>猜想 1</a:t>
                </a:r>
                <a:r>
                  <a:rPr/>
                  <a:t> 这是一个猜想．</a:t>
                </a:r>
              </a:p>
              <a:p>
                <a:pPr lvl="0" indent="0" marL="0">
                  <a:buNone/>
                </a:pPr>
                <a:r>
                  <a:rPr/>
                  <a:t>[1] Y. Taigman, M. Yang, M. Ranzato, 和 L. Wolf, 《Closing the gap to human-level performance in face verification. deepface》, 收入 </a:t>
                </a:r>
                <a:r>
                  <a:rPr i="1"/>
                  <a:t>Proceedings of the IEEE Computer Vision and Pattern Recognition (CVPR)</a:t>
                </a:r>
                <a:r>
                  <a:rPr/>
                  <a:t>, 页 6.</a:t>
                </a:r>
              </a:p>
              <a:p>
                <a:pPr lvl="0" indent="0" marL="0">
                  <a:buNone/>
                </a:pPr>
                <a:r>
                  <a:rPr/>
                  <a:t>[2] 全国信息安全标准化技术委员会, 《《信息安全技术远程人脸识别系统技术要求》（GB/T38671-2020）》. </a:t>
                </a:r>
                <a:r>
                  <a:rPr>
                    <a:hlinkClick r:id="rId2"/>
                  </a:rPr>
                  <a:t>https://std.samr.gov.cn/gb/search/gbDetailed?id=A47A713B767814ABE05397BE0A0ABB25</a:t>
                </a:r>
                <a:r>
                  <a:rPr/>
                  <a:t>, 2020年.</a:t>
                </a:r>
              </a:p>
              <a:p>
                <a:pPr lvl="0" indent="0" marL="0">
                  <a:buNone/>
                </a:pPr>
                <a:r>
                  <a:rPr/>
                  <a:t>[3] M. Turk 和 A. Pentland, 《Eigenfaces for Recognition》, </a:t>
                </a:r>
                <a:r>
                  <a:rPr i="1"/>
                  <a:t>Journal of Cognitive Neuroscience</a:t>
                </a:r>
                <a:r>
                  <a:rPr/>
                  <a:t>, 卷 3, 期 1, 页 71～86.</a:t>
                </a:r>
              </a:p>
            </p:txBody>
          </p:sp>
        </mc:Choice>
      </mc:AlternateContent>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Notes</a:t>
            </a:r>
          </a:p>
        </p:txBody>
      </p:sp>
      <p:sp>
        <p:nvSpPr>
          <p:cNvPr id="3" name="Content Placeholder 2"/>
          <p:cNvSpPr>
            <a:spLocks noGrp="1"/>
          </p:cNvSpPr>
          <p:nvPr>
            <p:ph idx="1"/>
          </p:nvPr>
        </p:nvSpPr>
        <p:spPr/>
        <p:txBody>
          <a:bodyPr/>
          <a:lstStyle/>
          <a:p>
            <a:pPr lvl="0" indent="0" marL="0">
              <a:buNone/>
            </a:pPr>
            <a:r>
              <a:rPr sz="1800"/>
              <a:t>1. 这是一个脚注．</a:t>
            </a:r>
          </a:p>
        </p:txBody>
      </p:sp>
    </p:spTree>
  </p:cSld>
</p:sld>
</file>

<file path=ppt/theme/theme1.xml><?xml version="1.0" encoding="utf-8"?>
<a:theme xmlns:a="http://schemas.openxmlformats.org/drawingml/2006/main" name="Facet">
  <a:themeElements>
    <a:clrScheme name="Facet">
      <a:dk1>
        <a:sysClr val="windowText" lastClr="000000"/>
      </a:dk1>
      <a:lt1>
        <a:sysClr val="window" lastClr="FFFFFF"/>
      </a:lt1>
      <a:dk2>
        <a:srgbClr val="2C3C43"/>
      </a:dk2>
      <a:lt2>
        <a:srgbClr val="EBEBEB"/>
      </a:lt2>
      <a:accent1>
        <a:srgbClr val="90C226"/>
      </a:accent1>
      <a:accent2>
        <a:srgbClr val="54A021"/>
      </a:accent2>
      <a:accent3>
        <a:srgbClr val="E6B91E"/>
      </a:accent3>
      <a:accent4>
        <a:srgbClr val="E76618"/>
      </a:accent4>
      <a:accent5>
        <a:srgbClr val="C42F1A"/>
      </a:accent5>
      <a:accent6>
        <a:srgbClr val="918655"/>
      </a:accent6>
      <a:hlink>
        <a:srgbClr val="99CA3C"/>
      </a:hlink>
      <a:folHlink>
        <a:srgbClr val="B9D181"/>
      </a:folHlink>
    </a:clrScheme>
    <a:fontScheme name="Facet">
      <a:majorFont>
        <a:latin typeface="Trebuchet MS" panose="020B0603020202020204"/>
        <a:ea typeface=""/>
        <a:cs typeface=""/>
        <a:font script="Jpan" typeface="メイリオ"/>
        <a:font script="Hang" typeface="맑은 고딕"/>
        <a:font script="Hans" typeface="方正姚体"/>
        <a:font script="Hant" typeface="微軟正黑體"/>
        <a:font script="Arab" typeface="Tahoma"/>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Trebuchet MS" panose="020B0603020202020204"/>
        <a:ea typeface=""/>
        <a:cs typeface=""/>
        <a:font script="Jpan" typeface="メイリオ"/>
        <a:font script="Hang" typeface="HY그래픽M"/>
        <a:font script="Hans" typeface="华文新魏"/>
        <a:font script="Hant" typeface="微軟正黑體"/>
        <a:font script="Arab" typeface="Tahoma"/>
        <a:font script="Hebr" typeface="Gisha"/>
        <a:font script="Thai" typeface="Iris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Facet">
      <a:fillStyleLst>
        <a:solidFill>
          <a:schemeClr val="phClr"/>
        </a:solidFill>
        <a:gradFill rotWithShape="1">
          <a:gsLst>
            <a:gs pos="0">
              <a:schemeClr val="phClr">
                <a:tint val="65000"/>
                <a:lumMod val="110000"/>
              </a:schemeClr>
            </a:gs>
            <a:gs pos="88000">
              <a:schemeClr val="phClr">
                <a:tint val="90000"/>
              </a:schemeClr>
            </a:gs>
          </a:gsLst>
          <a:lin ang="5400000" scaled="0"/>
        </a:gradFill>
        <a:gradFill rotWithShape="1">
          <a:gsLst>
            <a:gs pos="0">
              <a:schemeClr val="phClr">
                <a:tint val="96000"/>
                <a:lumMod val="100000"/>
              </a:schemeClr>
            </a:gs>
            <a:gs pos="78000">
              <a:schemeClr val="phClr">
                <a:shade val="94000"/>
                <a:lumMod val="94000"/>
              </a:schemeClr>
            </a:gs>
          </a:gsLst>
          <a:lin ang="5400000" scaled="0"/>
        </a:gradFill>
      </a:fillStyleLst>
      <a:lnStyleLst>
        <a:ln w="12700" cap="rnd" cmpd="sng" algn="ctr">
          <a:solidFill>
            <a:schemeClr val="phClr"/>
          </a:solidFill>
          <a:prstDash val="solid"/>
        </a:ln>
        <a:ln w="19050"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38100" dist="25400" dir="5400000" rotWithShape="0">
              <a:srgbClr val="000000">
                <a:alpha val="35000"/>
              </a:srgbClr>
            </a:outerShdw>
          </a:effectLst>
        </a:effectStyle>
        <a:effectStyle>
          <a:effectLst>
            <a:outerShdw blurRad="50800" dist="38100" dir="5400000" rotWithShape="0">
              <a:srgbClr val="000000">
                <a:alpha val="35000"/>
              </a:srgbClr>
            </a:outerShdw>
          </a:effectLst>
          <a:scene3d>
            <a:camera prst="orthographicFront">
              <a:rot lat="0" lon="0" rev="0"/>
            </a:camera>
            <a:lightRig rig="threePt" dir="tl"/>
          </a:scene3d>
          <a:sp3d prstMaterial="plastic">
            <a:bevelT w="0" h="0"/>
          </a:sp3d>
        </a:effectStyle>
      </a:effectStyleLst>
      <a:bgFillStyleLst>
        <a:solidFill>
          <a:schemeClr val="phClr"/>
        </a:solidFill>
        <a:gradFill rotWithShape="1">
          <a:gsLst>
            <a:gs pos="0">
              <a:schemeClr val="phClr">
                <a:tint val="90000"/>
                <a:lumMod val="104000"/>
              </a:schemeClr>
            </a:gs>
            <a:gs pos="94000">
              <a:schemeClr val="phClr">
                <a:shade val="96000"/>
                <a:lumMod val="82000"/>
              </a:schemeClr>
            </a:gs>
          </a:gsLst>
          <a:lin ang="5400000" scaled="0"/>
        </a:gradFill>
        <a:gradFill rotWithShape="1">
          <a:gsLst>
            <a:gs pos="0">
              <a:schemeClr val="phClr">
                <a:tint val="90000"/>
                <a:lumMod val="110000"/>
              </a:schemeClr>
            </a:gs>
            <a:gs pos="100000">
              <a:schemeClr val="phClr">
                <a:shade val="94000"/>
                <a:lumMod val="96000"/>
              </a:schemeClr>
            </a:gs>
          </a:gsLst>
          <a:path path="circle">
            <a:fillToRect l="50000" t="50000" r="100000" b="100000"/>
          </a:path>
        </a:gradFill>
      </a:bgFillStyleLst>
    </a:fmtScheme>
  </a:themeElements>
  <a:objectDefaults/>
  <a:extraClrSchemeLst/>
  <a:extLst>
    <a:ext uri="{05A4C25C-085E-4340-85A3-A5531E510DB2}">
      <thm15:themeFamily xmlns:thm15="http://schemas.microsoft.com/office/thememl/2012/main" name="Facet" id="{C0C680CD-088A-49FC-A102-D699147F32B2}" vid="{CFBC31BA-B70F-4F30-BCAA-4F3011E16C4D}"/>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Facet</Template>
  <TotalTime>24</TotalTime>
  <Words>46</Words>
  <Application>Microsoft Office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4</vt:i4>
      </vt:variant>
    </vt:vector>
  </HeadingPairs>
  <TitlesOfParts>
    <vt:vector size="9" baseType="lpstr">
      <vt:lpstr>Arial</vt:lpstr>
      <vt:lpstr>Calibri</vt:lpstr>
      <vt:lpstr>Trebuchet MS</vt:lpstr>
      <vt:lpstr>Wingdings 3</vt:lpstr>
      <vt:lpstr>Facet</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中文幻灯片示例</dc:title>
  <dc:creator>sun123zxy</dc:creator>
  <cp:keywords/>
  <dcterms:created xsi:type="dcterms:W3CDTF">2026-08-29T12:32:30Z</dcterms:created>
  <dcterms:modified xsi:type="dcterms:W3CDTF">2026-08-29T12:32:30Z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s">
    <vt:lpwstr/>
  </property>
  <property fmtid="{D5CDD505-2E9C-101B-9397-08002B2CF9AE}" pid="4" name="biblio-config">
    <vt:lpwstr>True</vt:lpwstr>
  </property>
  <property fmtid="{D5CDD505-2E9C-101B-9397-08002B2CF9AE}" pid="5" name="bibliography">
    <vt:lpwstr>bibliography.bib</vt:lpwstr>
  </property>
  <property fmtid="{D5CDD505-2E9C-101B-9397-08002B2CF9AE}" pid="6" name="by-affiliation">
    <vt:lpwstr/>
  </property>
  <property fmtid="{D5CDD505-2E9C-101B-9397-08002B2CF9AE}" pid="7" name="by-author">
    <vt:lpwstr/>
  </property>
  <property fmtid="{D5CDD505-2E9C-101B-9397-08002B2CF9AE}" pid="8" name="callouty-theorem">
    <vt:lpwstr/>
  </property>
  <property fmtid="{D5CDD505-2E9C-101B-9397-08002B2CF9AE}" pid="9" name="cap-location">
    <vt:lpwstr>bottom</vt:lpwstr>
  </property>
  <property fmtid="{D5CDD505-2E9C-101B-9397-08002B2CF9AE}" pid="10" name="csl">
    <vt:lpwstr>../_assets/ieee.csl</vt:lpwstr>
  </property>
  <property fmtid="{D5CDD505-2E9C-101B-9397-08002B2CF9AE}" pid="11" name="date">
    <vt:lpwstr>2023-08-21</vt:lpwstr>
  </property>
  <property fmtid="{D5CDD505-2E9C-101B-9397-08002B2CF9AE}" pid="12" name="date-modified">
    <vt:lpwstr>2026-07-21</vt:lpwstr>
  </property>
  <property fmtid="{D5CDD505-2E9C-101B-9397-08002B2CF9AE}" pid="13" name="header-includes">
    <vt:lpwstr/>
  </property>
  <property fmtid="{D5CDD505-2E9C-101B-9397-08002B2CF9AE}" pid="14" name="include-after">
    <vt:lpwstr/>
  </property>
  <property fmtid="{D5CDD505-2E9C-101B-9397-08002B2CF9AE}" pid="15" name="include-before">
    <vt:lpwstr/>
  </property>
  <property fmtid="{D5CDD505-2E9C-101B-9397-08002B2CF9AE}" pid="16" name="institute">
    <vt:lpwstr>Sunderland Quarry of Tectosilicates</vt:lpwstr>
  </property>
  <property fmtid="{D5CDD505-2E9C-101B-9397-08002B2CF9AE}" pid="17" name="institutes">
    <vt:lpwstr/>
  </property>
  <property fmtid="{D5CDD505-2E9C-101B-9397-08002B2CF9AE}" pid="18" name="labels">
    <vt:lpwstr/>
  </property>
  <property fmtid="{D5CDD505-2E9C-101B-9397-08002B2CF9AE}" pid="19" name="number-depth">
    <vt:lpwstr>3</vt:lpwstr>
  </property>
  <property fmtid="{D5CDD505-2E9C-101B-9397-08002B2CF9AE}" pid="20" name="shortinstitute">
    <vt:lpwstr>SunQuarTeX</vt:lpwstr>
  </property>
  <property fmtid="{D5CDD505-2E9C-101B-9397-08002B2CF9AE}" pid="21" name="subtitle">
    <vt:lpwstr>SunQuarTeX Examples</vt:lpwstr>
  </property>
  <property fmtid="{D5CDD505-2E9C-101B-9397-08002B2CF9AE}" pid="22" name="titlegraphic">
    <vt:lpwstr>figure.png</vt:lpwstr>
  </property>
  <property fmtid="{D5CDD505-2E9C-101B-9397-08002B2CF9AE}" pid="23" name="titlegraphicoptions">
    <vt:lpwstr>width=0.2</vt:lpwstr>
  </property>
  <property fmtid="{D5CDD505-2E9C-101B-9397-08002B2CF9AE}" pid="24" name="toc-title">
    <vt:lpwstr>目录</vt:lpwstr>
  </property>
</Properties>
</file>