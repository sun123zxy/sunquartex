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文字</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列表</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引用</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代码块</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表</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图</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计算图</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TikZ</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定理</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2025-12-24T17:46:00Z</dcterms:created>
  <dcterms:modified xsi:type="dcterms:W3CDTF">2025-12-24T17:46:00Z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