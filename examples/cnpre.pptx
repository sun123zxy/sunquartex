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2.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7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18"/>
          <a:sy d="100" n="118"/>
        </p:scale>
        <p:origin x="195" y="51"/>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300" y="1803400"/>
            <a:ext cx="5825202" cy="1234727"/>
          </a:xfrm>
        </p:spPr>
        <p:txBody>
          <a:bodyPr anchor="b">
            <a:noAutofit/>
          </a:bodyPr>
          <a:lstStyle>
            <a:lvl1pPr algn="r">
              <a:defRPr sz="4050">
                <a:solidFill>
                  <a:schemeClr val="accent1"/>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1130300" y="3038125"/>
            <a:ext cx="5825202" cy="822674"/>
          </a:xfrm>
        </p:spPr>
        <p:txBody>
          <a:bodyPr anchor="t"/>
          <a:lstStyle>
            <a:lvl1pPr marL="0" indent="0" algn="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ltLang="zh-CN"/>
              <a:t>Click to edit Master subtitle style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9926993"/>
      </p:ext>
    </p:extLst>
  </p:cSld>
  <p:clrMapOvr>
    <a:masterClrMapping/>
  </p:clrMapOvr>
  <mc:AlternateContent xmlns:mc="http://schemas.openxmlformats.org/markup-compatibility/2006" xmlns:p14="http://schemas.microsoft.com/office/powerpoint/2010/main">
    <mc:Choice Requires="p14">
      <p:transition spd="slow" p14:dur="3000">
        <p14:reveal/>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ltLang="zh-CN"/>
              <a:t>Click to edit Master title style</a:t>
            </a:r>
            <a:endParaRPr lang="en-US" dirty="0"/>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882352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2207167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508001" y="1620442"/>
            <a:ext cx="3138026" cy="2910579"/>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3817477" y="1620442"/>
            <a:ext cx="3138026" cy="2910580"/>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554610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28738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990600"/>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7477267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79988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altLang="zh-CN"/>
              <a:t>Click to edit Master title style</a:t>
            </a:r>
            <a:endParaRPr lang="en-US" dirty="0"/>
          </a:p>
        </p:txBody>
      </p:sp>
      <p:sp>
        <p:nvSpPr>
          <p:cNvPr id="3" name="Content Placeholder 2"/>
          <p:cNvSpPr>
            <a:spLocks noGrp="1"/>
          </p:cNvSpPr>
          <p:nvPr>
            <p:ph idx="1"/>
          </p:nvPr>
        </p:nvSpPr>
        <p:spPr>
          <a:xfrm>
            <a:off x="3570346" y="386193"/>
            <a:ext cx="3385156" cy="414482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050"/>
            </a:lvl1pPr>
            <a:lvl2pPr marL="342797" indent="0">
              <a:buNone/>
              <a:defRPr sz="1050"/>
            </a:lvl2pPr>
            <a:lvl3pPr marL="685595" indent="0">
              <a:buNone/>
              <a:defRPr sz="900"/>
            </a:lvl3pPr>
            <a:lvl4pPr marL="1028392" indent="0">
              <a:buNone/>
              <a:defRPr sz="750"/>
            </a:lvl4pPr>
            <a:lvl5pPr marL="1371188" indent="0">
              <a:buNone/>
              <a:defRPr sz="750"/>
            </a:lvl5pPr>
            <a:lvl6pPr marL="1713986" indent="0">
              <a:buNone/>
              <a:defRPr sz="750"/>
            </a:lvl6pPr>
            <a:lvl7pPr marL="2056783" indent="0">
              <a:buNone/>
              <a:defRPr sz="750"/>
            </a:lvl7pPr>
            <a:lvl8pPr marL="2399580" indent="0">
              <a:buNone/>
              <a:defRPr sz="750"/>
            </a:lvl8pPr>
            <a:lvl9pPr marL="2742377" indent="0">
              <a:buNone/>
              <a:defRPr sz="75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0580198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508001" y="457200"/>
            <a:ext cx="6447501" cy="2884289"/>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ltLang="zh-CN"/>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043166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3177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sz="1350" dirty="0">
              <a:solidFill>
                <a:schemeClr val="accent1">
                  <a:lumMod val="60000"/>
                  <a:lumOff val="40000"/>
                </a:schemeClr>
              </a:solidFill>
              <a:latin typeface="Arial"/>
            </a:endParaRPr>
          </a:p>
        </p:txBody>
      </p:sp>
    </p:spTree>
    <p:extLst>
      <p:ext uri="{BB962C8B-B14F-4D97-AF65-F5344CB8AC3E}">
        <p14:creationId xmlns:p14="http://schemas.microsoft.com/office/powerpoint/2010/main" val="37619174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167853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94419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1298613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92892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5755" y="457200"/>
            <a:ext cx="978557" cy="3938588"/>
          </a:xfrm>
        </p:spPr>
        <p:txBody>
          <a:bodyPr vert="eaVert" anchor="ct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6972808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slideLayouts/slideLayout13.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17" Target="../theme/theme1.xml" Type="http://schemas.openxmlformats.org/officeDocument/2006/relationships/theme" /><Relationship Id="rId2" Target="../slideLayouts/slideLayout2.xml" Type="http://schemas.openxmlformats.org/officeDocument/2006/relationships/slideLayout" /><Relationship Id="rId16" Target="../slideLayouts/slideLayout16.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5" Target="../slideLayouts/slideLayout1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 Id="rId14" Target="../slideLayouts/slideLayout14.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2"/>
      </p:bgRef>
    </p:bg>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b="b" l="l" r="r" t="t"/>
              <a:pathLst>
                <a:path h="6866467" w="3007349">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b="b" l="l" r="r" t="t"/>
              <a:pathLst>
                <a:path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fmla="val 100000" name="adj"/>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b="b" l="l" r="r" t="t"/>
              <a:pathLst>
                <a:path h="6866467" w="2858013">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b="b" l="l" r="r" t="t"/>
              <a:pathLst>
                <a:path h="6858000" w="1290094">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b="b" l="l" r="r" t="t"/>
              <a:pathLst>
                <a:path h="6858000" w="1249825">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fmla="val 100000" name="adj"/>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fmla="val 0" name="adj"/>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508001" y="457200"/>
            <a:ext cx="6447501" cy="990600"/>
          </a:xfrm>
          <a:prstGeom prst="rect">
            <a:avLst/>
          </a:prstGeom>
        </p:spPr>
        <p:txBody>
          <a:bodyPr anchor="t" bIns="45720" lIns="91440" rIns="91440" rtlCol="0" tIns="45720" vert="horz">
            <a:normAutofit/>
          </a:bodyPr>
          <a:lstStyle/>
          <a:p>
            <a:r>
              <a:rPr altLang="zh-CN" lang="en-US"/>
              <a:t>Click to edit Master title style</a:t>
            </a:r>
            <a:endParaRPr dirty="0" lang="en-US"/>
          </a:p>
        </p:txBody>
      </p:sp>
      <p:sp>
        <p:nvSpPr>
          <p:cNvPr id="3" name="Text Placeholder 2"/>
          <p:cNvSpPr>
            <a:spLocks noGrp="1"/>
          </p:cNvSpPr>
          <p:nvPr>
            <p:ph idx="1" type="body"/>
          </p:nvPr>
        </p:nvSpPr>
        <p:spPr>
          <a:xfrm>
            <a:off x="508001" y="1620442"/>
            <a:ext cx="6447501" cy="2910580"/>
          </a:xfrm>
          <a:prstGeom prst="rect">
            <a:avLst/>
          </a:prstGeom>
        </p:spPr>
        <p:txBody>
          <a:bodyPr bIns="45720" lIns="91440" rIns="91440" rtlCol="0" tIns="45720" vert="horz">
            <a:normAutofit/>
          </a:bodyPr>
          <a:lstStyle/>
          <a:p>
            <a:pPr lvl="0"/>
            <a:r>
              <a:rPr altLang="zh-CN" lang="en-US"/>
              <a:t>Click to edit Master text styles</a:t>
            </a:r>
          </a:p>
          <a:p>
            <a:pPr lvl="1"/>
            <a:r>
              <a:rPr altLang="zh-CN" lang="en-US"/>
              <a:t>Second level</a:t>
            </a:r>
          </a:p>
          <a:p>
            <a:pPr lvl="2"/>
            <a:r>
              <a:rPr altLang="zh-CN" lang="en-US"/>
              <a:t>Third level</a:t>
            </a:r>
          </a:p>
          <a:p>
            <a:pPr lvl="3"/>
            <a:r>
              <a:rPr altLang="zh-CN" lang="en-US"/>
              <a:t>Fourth level</a:t>
            </a:r>
          </a:p>
          <a:p>
            <a:pPr lvl="4"/>
            <a:r>
              <a:rPr altLang="zh-CN" lang="en-US"/>
              <a:t>Fifth level</a:t>
            </a:r>
            <a:endParaRPr dirty="0" lang="en-US"/>
          </a:p>
        </p:txBody>
      </p:sp>
      <p:sp>
        <p:nvSpPr>
          <p:cNvPr id="4" name="Date Placeholder 3"/>
          <p:cNvSpPr>
            <a:spLocks noGrp="1"/>
          </p:cNvSpPr>
          <p:nvPr>
            <p:ph idx="2" sz="half" type="dt"/>
          </p:nvPr>
        </p:nvSpPr>
        <p:spPr>
          <a:xfrm>
            <a:off x="5403850" y="4531022"/>
            <a:ext cx="683954" cy="273844"/>
          </a:xfrm>
          <a:prstGeom prst="rect">
            <a:avLst/>
          </a:prstGeom>
        </p:spPr>
        <p:txBody>
          <a:bodyPr anchor="ctr" bIns="45720" lIns="91440" rIns="91440" rtlCol="0" tIns="45720" vert="horz"/>
          <a:lstStyle>
            <a:lvl1pPr algn="r">
              <a:defRPr sz="675">
                <a:solidFill>
                  <a:schemeClr val="tx1">
                    <a:tint val="75000"/>
                  </a:schemeClr>
                </a:solidFill>
              </a:defRPr>
            </a:lvl1pPr>
          </a:lstStyle>
          <a:p>
            <a:fld id="{241EB5C9-1307-BA42-ABA2-0BC069CD8E7F}" type="datetimeFigureOut">
              <a:rPr lang="en-US" smtClean="0"/>
              <a:t>12/25/2025</a:t>
            </a:fld>
            <a:endParaRPr lang="en-US"/>
          </a:p>
        </p:txBody>
      </p:sp>
      <p:sp>
        <p:nvSpPr>
          <p:cNvPr id="5" name="Footer Placeholder 4"/>
          <p:cNvSpPr>
            <a:spLocks noGrp="1"/>
          </p:cNvSpPr>
          <p:nvPr>
            <p:ph idx="3" sz="quarter" type="ftr"/>
          </p:nvPr>
        </p:nvSpPr>
        <p:spPr>
          <a:xfrm>
            <a:off x="508001" y="4531022"/>
            <a:ext cx="4723209" cy="273844"/>
          </a:xfrm>
          <a:prstGeom prst="rect">
            <a:avLst/>
          </a:prstGeom>
        </p:spPr>
        <p:txBody>
          <a:bodyPr anchor="ctr" bIns="45720" lIns="91440" rIns="91440" rtlCol="0" tIns="45720" vert="horz"/>
          <a:lstStyle>
            <a:lvl1pPr algn="l">
              <a:defRPr sz="675">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442998" y="4531022"/>
            <a:ext cx="512504" cy="273844"/>
          </a:xfrm>
          <a:prstGeom prst="rect">
            <a:avLst/>
          </a:prstGeom>
        </p:spPr>
        <p:txBody>
          <a:bodyPr anchor="ctr" bIns="45720" lIns="91440" rIns="91440" rtlCol="0" tIns="45720" vert="horz"/>
          <a:lstStyle>
            <a:lvl1pPr algn="r">
              <a:defRPr sz="675">
                <a:solidFill>
                  <a:schemeClr val="accent1"/>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264577873"/>
      </p:ext>
    </p:extLst>
  </p:cSld>
  <p:clrMap accent1="accent1" accent2="accent2" accent3="accent3" accent4="accent4" accent5="accent5" accent6="accent6" bg1="dk1" bg2="dk2" folHlink="folHlink" hlink="hlink" tx1="lt1" tx2="lt2"/>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xStyles>
    <p:titleStyle>
      <a:lvl1pPr algn="l" defTabSz="342900" eaLnBrk="1" hangingPunct="1" latinLnBrk="0" rtl="0">
        <a:spcBef>
          <a:spcPct val="0"/>
        </a:spcBef>
        <a:buNone/>
        <a:defRPr kern="1200" sz="27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algn="l" defTabSz="342900" eaLnBrk="1" hangingPunct="1" indent="-257175" latinLnBrk="0" marL="257175" rtl="0">
        <a:spcBef>
          <a:spcPts val="750"/>
        </a:spcBef>
        <a:spcAft>
          <a:spcPts val="0"/>
        </a:spcAft>
        <a:buClr>
          <a:schemeClr val="accent1"/>
        </a:buClr>
        <a:buSzPct val="80000"/>
        <a:buFont charset="2" typeface="Wingdings 3"/>
        <a:buChar char=""/>
        <a:defRPr kern="1200" sz="1350">
          <a:solidFill>
            <a:schemeClr val="tx1">
              <a:lumMod val="75000"/>
              <a:lumOff val="25000"/>
            </a:schemeClr>
          </a:solidFill>
          <a:latin typeface="+mn-lt"/>
          <a:ea typeface="+mn-ea"/>
          <a:cs typeface="+mn-cs"/>
        </a:defRPr>
      </a:lvl1pPr>
      <a:lvl2pPr algn="l" defTabSz="342900" eaLnBrk="1" hangingPunct="1" indent="-214313" latinLnBrk="0" marL="557213" rtl="0">
        <a:spcBef>
          <a:spcPts val="750"/>
        </a:spcBef>
        <a:spcAft>
          <a:spcPts val="0"/>
        </a:spcAft>
        <a:buClr>
          <a:schemeClr val="accent1"/>
        </a:buClr>
        <a:buSzPct val="80000"/>
        <a:buFont charset="2" typeface="Wingdings 3"/>
        <a:buChar char=""/>
        <a:defRPr kern="1200" sz="1200">
          <a:solidFill>
            <a:schemeClr val="tx1">
              <a:lumMod val="75000"/>
              <a:lumOff val="25000"/>
            </a:schemeClr>
          </a:solidFill>
          <a:latin typeface="+mn-lt"/>
          <a:ea typeface="+mn-ea"/>
          <a:cs typeface="+mn-cs"/>
        </a:defRPr>
      </a:lvl2pPr>
      <a:lvl3pPr algn="l" defTabSz="342900" eaLnBrk="1" hangingPunct="1" indent="-171450" latinLnBrk="0" marL="857250" rtl="0">
        <a:spcBef>
          <a:spcPts val="750"/>
        </a:spcBef>
        <a:spcAft>
          <a:spcPts val="0"/>
        </a:spcAft>
        <a:buClr>
          <a:schemeClr val="accent1"/>
        </a:buClr>
        <a:buSzPct val="80000"/>
        <a:buFont charset="2" typeface="Wingdings 3"/>
        <a:buChar char=""/>
        <a:defRPr kern="1200" sz="1050">
          <a:solidFill>
            <a:schemeClr val="tx1">
              <a:lumMod val="75000"/>
              <a:lumOff val="25000"/>
            </a:schemeClr>
          </a:solidFill>
          <a:latin typeface="+mn-lt"/>
          <a:ea typeface="+mn-ea"/>
          <a:cs typeface="+mn-cs"/>
        </a:defRPr>
      </a:lvl3pPr>
      <a:lvl4pPr algn="l" defTabSz="342900" eaLnBrk="1" hangingPunct="1" indent="-171450" latinLnBrk="0" marL="12001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4pPr>
      <a:lvl5pPr algn="l" defTabSz="342900" eaLnBrk="1" hangingPunct="1" indent="-171450" latinLnBrk="0" marL="15430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5pPr>
      <a:lvl6pPr algn="l" defTabSz="342900" eaLnBrk="1" hangingPunct="1" indent="-171450" latinLnBrk="0" marL="18859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6pPr>
      <a:lvl7pPr algn="l" defTabSz="342900" eaLnBrk="1" hangingPunct="1" indent="-171450" latinLnBrk="0" marL="22288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7pPr>
      <a:lvl8pPr algn="l" defTabSz="342900" eaLnBrk="1" hangingPunct="1" indent="-171450" latinLnBrk="0" marL="25717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8pPr>
      <a:lvl9pPr algn="l" defTabSz="342900" eaLnBrk="1" hangingPunct="1" indent="-171450" latinLnBrk="0" marL="29146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8.xml" /><Relationship Id="rId4" Type="http://schemas.openxmlformats.org/officeDocument/2006/relationships/slide" Target="slide9.xml" /><Relationship Id="rId5" Type="http://schemas.openxmlformats.org/officeDocument/2006/relationships/slide" Target="slide1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quarto-dev/quarto-cli/issues/13372"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30300" y="1803400"/>
            <a:ext cx="5825202" cy="1234727"/>
          </a:xfrm>
        </p:spPr>
        <p:txBody>
          <a:bodyPr/>
          <a:lstStyle/>
          <a:p>
            <a:pPr lvl="0" indent="0" marL="0">
              <a:buNone/>
            </a:pPr>
            <a:r>
              <a:rPr/>
              <a:t>中文幻灯片示例</a:t>
            </a:r>
          </a:p>
        </p:txBody>
      </p:sp>
      <p:sp>
        <p:nvSpPr>
          <p:cNvPr id="3" name="Subtitle 2"/>
          <p:cNvSpPr>
            <a:spLocks noGrp="1"/>
          </p:cNvSpPr>
          <p:nvPr>
            <p:ph idx="1" type="subTitle"/>
          </p:nvPr>
        </p:nvSpPr>
        <p:spPr>
          <a:xfrm>
            <a:off x="1130300" y="3038125"/>
            <a:ext cx="5825202" cy="822674"/>
          </a:xfrm>
        </p:spPr>
        <p:txBody>
          <a:bodyPr/>
          <a:lstStyle/>
          <a:p>
            <a:pPr lvl="0" indent="0" marL="0">
              <a:buNone/>
            </a:pPr>
            <a:r>
              <a:rPr/>
              <a:t>SunQuarTeX Examples</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目录</a:t>
            </a:r>
          </a:p>
        </p:txBody>
      </p:sp>
      <p:sp>
        <p:nvSpPr>
          <p:cNvPr id="3" name="Content Placeholder 2"/>
          <p:cNvSpPr>
            <a:spLocks noGrp="1"/>
          </p:cNvSpPr>
          <p:nvPr>
            <p:ph idx="1"/>
          </p:nvPr>
        </p:nvSpPr>
        <p:spPr/>
        <p:txBody>
          <a:bodyPr/>
          <a:lstStyle/>
          <a:p>
            <a:pPr lvl="0"/>
            <a:r>
              <a:rPr>
                <a:hlinkClick r:id="rId2" action="ppaction://hlinksldjump"/>
              </a:rPr>
              <a:t>Section A</a:t>
            </a:r>
          </a:p>
          <a:p>
            <a:pPr lvl="0"/>
            <a:r>
              <a:rPr>
                <a:hlinkClick r:id="rId3" action="ppaction://hlinksldjump"/>
              </a:rPr>
              <a:t>Section B</a:t>
            </a:r>
          </a:p>
          <a:p>
            <a:pPr lvl="1"/>
            <a:r>
              <a:rPr>
                <a:hlinkClick r:id="rId4" action="ppaction://hlinksldjump"/>
              </a:rPr>
              <a:t>Subsection 1</a:t>
            </a:r>
          </a:p>
          <a:p>
            <a:pPr lvl="1"/>
            <a:r>
              <a:rPr>
                <a:hlinkClick r:id="rId5" action="ppaction://hlinksldjump"/>
              </a:rPr>
              <a:t>Subsection 2</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B</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508000" y="1981200"/>
            <a:ext cx="6438900" cy="1676400"/>
          </a:xfrm>
          <a:prstGeom prst="rect">
            <a:avLst/>
          </a:prstGeom>
          <a:noFill/>
          <a:ln w="9525">
            <a:noFill/>
            <a:headEnd/>
            <a:tailEnd/>
          </a:ln>
        </p:spPr>
      </p:pic>
      <p:sp>
        <p:nvSpPr>
          <p:cNvPr id="1" name="TextBox 3"/>
          <p:cNvSpPr txBox="1"/>
          <p:nvPr>
            <p:ph idx="1"/>
          </p:nvPr>
        </p:nvSpPr>
        <p:spPr>
          <a:xfrm>
            <a:off x="508000" y="4013200"/>
            <a:ext cx="64389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Beamer format temporarily disabled due to </a:t>
            </a:r>
            <a:r>
              <a:rPr>
                <a:hlinkClick r:id="rId2"/>
              </a:rPr>
              <a:t>Quarto Issue #13372</a:t>
            </a:r>
            <a:r>
              <a:rPr/>
              <a:t>.</a:t>
            </a:r>
          </a:p>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r>
                        <m:rPr>
                          <m:sty m:val="p"/>
                        </m:rPr>
                        <m:t>(</m:t>
                      </m:r>
                      <m:r>
                        <m:t>d</m:t>
                      </m:r>
                      <m:r>
                        <m:rPr>
                          <m:sty m:val="p"/>
                        </m:rPr>
                        <m:t>)</m:t>
                      </m:r>
                      <m:r>
                        <m:rPr>
                          <m:sty m:val="p"/>
                        </m:rPr>
                        <m:t>=</m:t>
                      </m:r>
                      <m:r>
                        <m:t>n</m:t>
                      </m:r>
                    </m:oMath>
                  </m:oMathPara>
                </a14:m>
              </a:p>
              <a:p>
                <a:pPr lvl="0" indent="0" marL="0">
                  <a:buNone/>
                </a:pPr>
                <a:r>
                  <a:rPr i="1"/>
                  <a:t>证明</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r>
                        <m:rPr>
                          <m:sty m:val="p"/>
                        </m:rPr>
                        <m:t>(</m:t>
                      </m:r>
                      <m:r>
                        <m:t>d</m:t>
                      </m:r>
                      <m:r>
                        <m:rPr>
                          <m:sty m:val="p"/>
                        </m:rPr>
                        <m:t>)</m:t>
                      </m:r>
                      <m:r>
                        <m:rPr>
                          <m:sty m:val="p"/>
                        </m:rPr>
                        <m:t>=</m:t>
                      </m:r>
                      <m:r>
                        <m:rPr>
                          <m:sty m:val="p"/>
                        </m:rPr>
                        <m:t>[</m:t>
                      </m:r>
                      <m:r>
                        <m:t>n</m:t>
                      </m:r>
                      <m:r>
                        <m:rPr>
                          <m:sty m:val="p"/>
                        </m:rPr>
                        <m:t>=</m:t>
                      </m:r>
                      <m:r>
                        <m:t>1</m:t>
                      </m:r>
                      <m:r>
                        <m:rPr>
                          <m:sty m:val="p"/>
                        </m:rPr>
                        <m:t>]</m:t>
                      </m:r>
                    </m:oMath>
                  </m:oMathPara>
                </a14:m>
              </a:p>
              <a:p>
                <a:pPr lvl="0" indent="0" marL="0">
                  <a:buNone/>
                </a:pPr>
                <a:r>
                  <a:rPr i="1"/>
                  <a:t>证明</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Trebuchet MS</vt:lpstr>
      <vt:lpstr>Wingdings 3</vt:lpstr>
      <vt:lpstr>Facet</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中文幻灯片示例</dc:title>
  <dc:creator>sun123zxy</dc:creator>
  <cp:keywords/>
  <dcterms:created xsi:type="dcterms:W3CDTF">2026-05-02T10:25:44Z</dcterms:created>
  <dcterms:modified xsi:type="dcterms:W3CDTF">2026-05-02T10:25:44Z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engines">
    <vt:lpwstr/>
  </property>
  <property fmtid="{D5CDD505-2E9C-101B-9397-08002B2CF9AE}" pid="14" name="header-includes">
    <vt:lpwstr/>
  </property>
  <property fmtid="{D5CDD505-2E9C-101B-9397-08002B2CF9AE}" pid="15" name="include-after">
    <vt:lpwstr/>
  </property>
  <property fmtid="{D5CDD505-2E9C-101B-9397-08002B2CF9AE}" pid="16" name="include-before">
    <vt:lpwstr/>
  </property>
  <property fmtid="{D5CDD505-2E9C-101B-9397-08002B2CF9AE}" pid="17" name="institute">
    <vt:lpwstr>Sunderland Quarry of Tectosilicates</vt:lpwstr>
  </property>
  <property fmtid="{D5CDD505-2E9C-101B-9397-08002B2CF9AE}" pid="18" name="institutes">
    <vt:lpwstr/>
  </property>
  <property fmtid="{D5CDD505-2E9C-101B-9397-08002B2CF9AE}" pid="19" name="labels">
    <vt:lpwstr/>
  </property>
  <property fmtid="{D5CDD505-2E9C-101B-9397-08002B2CF9AE}" pid="20" name="number-depth">
    <vt:lpwstr>3</vt:lpwstr>
  </property>
  <property fmtid="{D5CDD505-2E9C-101B-9397-08002B2CF9AE}" pid="21" name="shortinstitute">
    <vt:lpwstr>SunQuarTeX</vt:lpwstr>
  </property>
  <property fmtid="{D5CDD505-2E9C-101B-9397-08002B2CF9AE}" pid="22" name="subtitle">
    <vt:lpwstr>SunQuarTeX Examples</vt:lpwstr>
  </property>
  <property fmtid="{D5CDD505-2E9C-101B-9397-08002B2CF9AE}" pid="23" name="toc-title">
    <vt:lpwstr>目录</vt:lpwstr>
  </property>
</Properties>
</file>