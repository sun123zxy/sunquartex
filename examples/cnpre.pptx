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 </a:t>
                </a:r>
                <a14:m>
                  <m:oMath xmlns:m="http://schemas.openxmlformats.org/officeDocument/2006/math">
                    <m:r>
                      <m:t>e</m:t>
                    </m:r>
                  </m:oMath>
                </a14:m>
                <a:r>
                  <a:rPr/>
                  <a:t> 长长长 </a:t>
                </a:r>
                <a14:m>
                  <m:oMath xmlns:m="http://schemas.openxmlformats.org/officeDocument/2006/math">
                    <m:r>
                      <m:t>f</m:t>
                    </m:r>
                    <m:r>
                      <m:t>g</m:t>
                    </m:r>
                    <m:r>
                      <m:t>e</m:t>
                    </m:r>
                  </m:oMath>
                </a14:m>
                <a:r>
                  <a:rPr/>
                  <a:t> 长长长长长长长长长长长长长长长长长长长长长长长长长段落．</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2026-10-26T12:10:29Z</dcterms:created>
  <dcterms:modified xsi:type="dcterms:W3CDTF">2026-10-26T12:10:29Z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2026-07-21</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SunQuarTeX Examples</vt:lpwstr>
  </property>
  <property fmtid="{D5CDD505-2E9C-101B-9397-08002B2CF9AE}" pid="22" name="titlegraphic">
    <vt:lpwstr>figure.png</vt:lpwstr>
  </property>
  <property fmtid="{D5CDD505-2E9C-101B-9397-08002B2CF9AE}" pid="23" name="titlegraphicoptions">
    <vt:lpwstr>width=0.2</vt:lpwstr>
  </property>
  <property fmtid="{D5CDD505-2E9C-101B-9397-08002B2CF9AE}" pid="24" name="toc-title">
    <vt:lpwstr>目录</vt:lpwstr>
  </property>
</Properties>
</file>