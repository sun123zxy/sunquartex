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SunQuarTeX Example - cnpre</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这是副标题</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d>
                        <m:dPr>
                          <m:begChr m:val="("/>
                          <m:sepChr m:val=""/>
                          <m:endChr m:val=")"/>
                          <m:grow/>
                        </m:dPr>
                        <m:e>
                          <m:r>
                            <m:t>d</m:t>
                          </m:r>
                        </m:e>
                      </m:d>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d>
                        <m:dPr>
                          <m:begChr m:val="("/>
                          <m:sepChr m:val=""/>
                          <m:endChr m:val=")"/>
                          <m:grow/>
                        </m:dPr>
                        <m:e>
                          <m:r>
                            <m:t>d</m:t>
                          </m:r>
                        </m:e>
                      </m:d>
                      <m:r>
                        <m:rPr>
                          <m:sty m:val="p"/>
                        </m:rPr>
                        <m:t>=</m:t>
                      </m:r>
                      <m:d>
                        <m:dPr>
                          <m:begChr m:val="["/>
                          <m:sepChr m:val=""/>
                          <m:endChr m:val="]"/>
                          <m:grow/>
                        </m:dPr>
                        <m:e>
                          <m:r>
                            <m:t>n</m:t>
                          </m:r>
                          <m:r>
                            <m:rPr>
                              <m:sty m:val="p"/>
                            </m:rPr>
                            <m:t>=</m:t>
                          </m:r>
                          <m:r>
                            <m:t>1</m:t>
                          </m:r>
                        </m:e>
                      </m:d>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SunQuarTeX Example - cnpre</dc:title>
  <dc:creator>sun123zxy</dc:creator>
  <cp:keywords/>
  <dcterms:created xsi:type="dcterms:W3CDTF">2026-02-14T18:14:46Z</dcterms:created>
  <dcterms:modified xsi:type="dcterms:W3CDTF">2026-02-14T18:14:46Z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labels">
    <vt:lpwstr/>
  </property>
  <property fmtid="{D5CDD505-2E9C-101B-9397-08002B2CF9AE}" pid="19" name="number-depth">
    <vt:lpwstr>3</vt:lpwstr>
  </property>
  <property fmtid="{D5CDD505-2E9C-101B-9397-08002B2CF9AE}" pid="20" name="shortinstitute">
    <vt:lpwstr>SunQuarTeX</vt:lpwstr>
  </property>
  <property fmtid="{D5CDD505-2E9C-101B-9397-08002B2CF9AE}" pid="21" name="subtitle">
    <vt:lpwstr>这是副标题</vt:lpwstr>
  </property>
  <property fmtid="{D5CDD505-2E9C-101B-9397-08002B2CF9AE}" pid="22" name="toc-title">
    <vt:lpwstr>目录</vt:lpwstr>
  </property>
</Properties>
</file>