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a:t>
            </a:r>
            <a:r>
              <a:rPr/>
              <a:t>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br/>
            <a:r>
              <a:rPr>
                <a:solidFill>
                  <a:srgbClr val="5E5E5E"/>
                </a:solidFill>
                <a:latin typeface="Courier"/>
              </a:rPr>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2025-11-10T08:33:22Z</dcterms:created>
  <dcterms:modified xsi:type="dcterms:W3CDTF">2025-11-10T08:33:22Z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jupyter">
    <vt:lpwstr>python3</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这是副标题</vt:lpwstr>
  </property>
  <property fmtid="{D5CDD505-2E9C-101B-9397-08002B2CF9AE}" pid="23" name="toc-title">
    <vt:lpwstr>目录</vt:lpwstr>
  </property>
</Properties>
</file>