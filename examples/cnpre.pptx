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quarto-dev/quarto-cli/issues/13372"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中文幻灯片示例</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SunQuarTeX Examples</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ph id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Beamer format temporarily disabled due to </a:t>
            </a:r>
            <a:r>
              <a:rPr>
                <a:hlinkClick r:id="rId2"/>
              </a:rPr>
              <a:t>Quarto Issue #13372</a:t>
            </a:r>
            <a:r>
              <a:rPr/>
              <a:t>.</a:t>
            </a:r>
          </a:p>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r>
                        <m:rPr>
                          <m:sty m:val="p"/>
                        </m:rPr>
                        <m:t>(</m:t>
                      </m:r>
                      <m:r>
                        <m:t>d</m:t>
                      </m:r>
                      <m:r>
                        <m:rPr>
                          <m:sty m:val="p"/>
                        </m:rPr>
                        <m:t>)</m:t>
                      </m:r>
                      <m:r>
                        <m:rPr>
                          <m:sty m:val="p"/>
                        </m:rPr>
                        <m:t>=</m:t>
                      </m:r>
                      <m:r>
                        <m:t>n</m:t>
                      </m:r>
                    </m:oMath>
                  </m:oMathPara>
                </a14:m>
              </a:p>
              <a:p>
                <a:pPr lvl="0" indent="0" marL="0">
                  <a:buNone/>
                </a:pPr>
                <a:r>
                  <a:rPr i="1"/>
                  <a:t>证明</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r>
                        <m:rPr>
                          <m:sty m:val="p"/>
                        </m:rPr>
                        <m:t>(</m:t>
                      </m:r>
                      <m:r>
                        <m:t>d</m:t>
                      </m:r>
                      <m:r>
                        <m:rPr>
                          <m:sty m:val="p"/>
                        </m:rPr>
                        <m:t>)</m:t>
                      </m:r>
                      <m:r>
                        <m:rPr>
                          <m:sty m:val="p"/>
                        </m:rPr>
                        <m:t>=</m:t>
                      </m:r>
                      <m:r>
                        <m:rPr>
                          <m:sty m:val="p"/>
                        </m:rPr>
                        <m:t>[</m:t>
                      </m:r>
                      <m:r>
                        <m:t>n</m:t>
                      </m:r>
                      <m:r>
                        <m:rPr>
                          <m:sty m:val="p"/>
                        </m:rPr>
                        <m:t>=</m:t>
                      </m:r>
                      <m:r>
                        <m:t>1</m:t>
                      </m:r>
                      <m:r>
                        <m:rPr>
                          <m:sty m:val="p"/>
                        </m:rPr>
                        <m:t>]</m:t>
                      </m:r>
                    </m:oMath>
                  </m:oMathPara>
                </a14:m>
              </a:p>
              <a:p>
                <a:pPr lvl="0" indent="0" marL="0">
                  <a:buNone/>
                </a:pPr>
                <a:r>
                  <a:rPr i="1"/>
                  <a:t>证明</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中文幻灯片示例</dc:title>
  <dc:creator>sun123zxy</dc:creator>
  <cp:keywords/>
  <dcterms:created xsi:type="dcterms:W3CDTF">2026-04-24T09:40:46Z</dcterms:created>
  <dcterms:modified xsi:type="dcterms:W3CDTF">2026-04-24T09:40:46Z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engines">
    <vt:lpwstr/>
  </property>
  <property fmtid="{D5CDD505-2E9C-101B-9397-08002B2CF9AE}" pid="14" name="header-includes">
    <vt:lpwstr/>
  </property>
  <property fmtid="{D5CDD505-2E9C-101B-9397-08002B2CF9AE}" pid="15" name="include-after">
    <vt:lpwstr/>
  </property>
  <property fmtid="{D5CDD505-2E9C-101B-9397-08002B2CF9AE}" pid="16" name="include-before">
    <vt:lpwstr/>
  </property>
  <property fmtid="{D5CDD505-2E9C-101B-9397-08002B2CF9AE}" pid="17" name="institute">
    <vt:lpwstr>Sunderland Quarry of Tectosilicates</vt:lpwstr>
  </property>
  <property fmtid="{D5CDD505-2E9C-101B-9397-08002B2CF9AE}" pid="18" name="institutes">
    <vt:lpwstr/>
  </property>
  <property fmtid="{D5CDD505-2E9C-101B-9397-08002B2CF9AE}" pid="19" name="labels">
    <vt:lpwstr/>
  </property>
  <property fmtid="{D5CDD505-2E9C-101B-9397-08002B2CF9AE}" pid="20" name="number-depth">
    <vt:lpwstr>3</vt:lpwstr>
  </property>
  <property fmtid="{D5CDD505-2E9C-101B-9397-08002B2CF9AE}" pid="21" name="shortinstitute">
    <vt:lpwstr>SunQuarTeX</vt:lpwstr>
  </property>
  <property fmtid="{D5CDD505-2E9C-101B-9397-08002B2CF9AE}" pid="22" name="subtitle">
    <vt:lpwstr>SunQuarTeX Examples</vt:lpwstr>
  </property>
  <property fmtid="{D5CDD505-2E9C-101B-9397-08002B2CF9AE}" pid="23" name="toc-title">
    <vt:lpwstr>目录</vt:lpwstr>
  </property>
</Properties>
</file>