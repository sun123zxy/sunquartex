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2.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7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18"/>
          <a:sy d="100" n="118"/>
        </p:scale>
        <p:origin x="195" y="51"/>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300" y="1803400"/>
            <a:ext cx="5825202" cy="1234727"/>
          </a:xfrm>
        </p:spPr>
        <p:txBody>
          <a:bodyPr anchor="b">
            <a:noAutofit/>
          </a:bodyPr>
          <a:lstStyle>
            <a:lvl1pPr algn="r">
              <a:defRPr sz="4050">
                <a:solidFill>
                  <a:schemeClr val="accent1"/>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1130300" y="3038125"/>
            <a:ext cx="5825202" cy="822674"/>
          </a:xfrm>
        </p:spPr>
        <p:txBody>
          <a:bodyPr anchor="t"/>
          <a:lstStyle>
            <a:lvl1pPr marL="0" indent="0" algn="r">
              <a:buNone/>
              <a:defRPr>
                <a:solidFill>
                  <a:schemeClr val="tx1">
                    <a:lumMod val="50000"/>
                    <a:lumOff val="50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ltLang="zh-CN"/>
              <a:t>Click to edit Master subtitle style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9926993"/>
      </p:ext>
    </p:extLst>
  </p:cSld>
  <p:clrMapOvr>
    <a:masterClrMapping/>
  </p:clrMapOvr>
  <mc:AlternateContent xmlns:mc="http://schemas.openxmlformats.org/markup-compatibility/2006" xmlns:p14="http://schemas.microsoft.com/office/powerpoint/2010/main">
    <mc:Choice Requires="p14">
      <p:transition spd="slow" p14:dur="3000">
        <p14:reveal/>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ltLang="zh-CN"/>
              <a:t>Click to edit Master title style</a:t>
            </a:r>
            <a:endParaRPr lang="en-US" dirty="0"/>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882352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nchor="b"/>
          <a:lstStyle>
            <a:lvl1pPr algn="l">
              <a:defRPr sz="30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645300"/>
          </a:xfrm>
        </p:spPr>
        <p:txBody>
          <a:bodyPr anchor="t"/>
          <a:lstStyle>
            <a:lvl1pPr marL="0" indent="0" algn="l">
              <a:buNone/>
              <a:defRPr sz="150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2207167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508001" y="1620442"/>
            <a:ext cx="3138026" cy="2910579"/>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3817477" y="1620442"/>
            <a:ext cx="3138026" cy="2910580"/>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5546103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dirty="0"/>
          </a:p>
        </p:txBody>
      </p:sp>
      <p:sp>
        <p:nvSpPr>
          <p:cNvPr id="3" name="Text Placeholder 2"/>
          <p:cNvSpPr>
            <a:spLocks noGrp="1"/>
          </p:cNvSpPr>
          <p:nvPr>
            <p:ph type="body" idx="1"/>
          </p:nvPr>
        </p:nvSpPr>
        <p:spPr>
          <a:xfrm>
            <a:off x="506809" y="1620737"/>
            <a:ext cx="3139217"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4" name="Content Placeholder 3"/>
          <p:cNvSpPr>
            <a:spLocks noGrp="1"/>
          </p:cNvSpPr>
          <p:nvPr>
            <p:ph sz="half" idx="2"/>
          </p:nvPr>
        </p:nvSpPr>
        <p:spPr>
          <a:xfrm>
            <a:off x="506809" y="2052934"/>
            <a:ext cx="3139217"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3816287" y="1620737"/>
            <a:ext cx="3139214"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6" name="Content Placeholder 5"/>
          <p:cNvSpPr>
            <a:spLocks noGrp="1"/>
          </p:cNvSpPr>
          <p:nvPr>
            <p:ph sz="quarter" idx="4"/>
          </p:nvPr>
        </p:nvSpPr>
        <p:spPr>
          <a:xfrm>
            <a:off x="3816288" y="2052934"/>
            <a:ext cx="3139213"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241EB5C9-1307-BA42-ABA2-0BC069CD8E7F}" type="datetimeFigureOut">
              <a:rPr lang="en-US" smtClean="0"/>
              <a:t>12/25/2025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287381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990600"/>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241EB5C9-1307-BA42-ABA2-0BC069CD8E7F}" type="datetimeFigureOut">
              <a:rPr lang="en-US" smtClean="0"/>
              <a:t>12/25/2025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7477267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379988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1123953"/>
            <a:ext cx="2890896" cy="958850"/>
          </a:xfrm>
        </p:spPr>
        <p:txBody>
          <a:bodyPr anchor="b">
            <a:normAutofit/>
          </a:bodyPr>
          <a:lstStyle>
            <a:lvl1pPr>
              <a:defRPr sz="1500"/>
            </a:lvl1pPr>
          </a:lstStyle>
          <a:p>
            <a:r>
              <a:rPr lang="en-US" altLang="zh-CN"/>
              <a:t>Click to edit Master title style</a:t>
            </a:r>
            <a:endParaRPr lang="en-US" dirty="0"/>
          </a:p>
        </p:txBody>
      </p:sp>
      <p:sp>
        <p:nvSpPr>
          <p:cNvPr id="3" name="Content Placeholder 2"/>
          <p:cNvSpPr>
            <a:spLocks noGrp="1"/>
          </p:cNvSpPr>
          <p:nvPr>
            <p:ph idx="1"/>
          </p:nvPr>
        </p:nvSpPr>
        <p:spPr>
          <a:xfrm>
            <a:off x="3570346" y="386193"/>
            <a:ext cx="3385156" cy="414482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08001" y="2082802"/>
            <a:ext cx="2890896" cy="1938337"/>
          </a:xfrm>
        </p:spPr>
        <p:txBody>
          <a:bodyPr>
            <a:normAutofit/>
          </a:bodyPr>
          <a:lstStyle>
            <a:lvl1pPr marL="0" indent="0">
              <a:buNone/>
              <a:defRPr sz="1050"/>
            </a:lvl1pPr>
            <a:lvl2pPr marL="342797" indent="0">
              <a:buNone/>
              <a:defRPr sz="1050"/>
            </a:lvl2pPr>
            <a:lvl3pPr marL="685595" indent="0">
              <a:buNone/>
              <a:defRPr sz="900"/>
            </a:lvl3pPr>
            <a:lvl4pPr marL="1028392" indent="0">
              <a:buNone/>
              <a:defRPr sz="750"/>
            </a:lvl4pPr>
            <a:lvl5pPr marL="1371188" indent="0">
              <a:buNone/>
              <a:defRPr sz="750"/>
            </a:lvl5pPr>
            <a:lvl6pPr marL="1713986" indent="0">
              <a:buNone/>
              <a:defRPr sz="750"/>
            </a:lvl6pPr>
            <a:lvl7pPr marL="2056783" indent="0">
              <a:buNone/>
              <a:defRPr sz="750"/>
            </a:lvl7pPr>
            <a:lvl8pPr marL="2399580" indent="0">
              <a:buNone/>
              <a:defRPr sz="750"/>
            </a:lvl8pPr>
            <a:lvl9pPr marL="2742377" indent="0">
              <a:buNone/>
              <a:defRPr sz="75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0580198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3600450"/>
            <a:ext cx="6447500" cy="425054"/>
          </a:xfrm>
        </p:spPr>
        <p:txBody>
          <a:bodyPr anchor="b">
            <a:normAutofit/>
          </a:bodyPr>
          <a:lstStyle>
            <a:lvl1pPr algn="l">
              <a:defRPr sz="1800" b="0"/>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508001" y="457200"/>
            <a:ext cx="6447501" cy="2884289"/>
          </a:xfrm>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ltLang="zh-CN"/>
              <a:t>Click icon to add picture</a:t>
            </a:r>
            <a:endParaRPr lang="en-US" dirty="0"/>
          </a:p>
        </p:txBody>
      </p:sp>
      <p:sp>
        <p:nvSpPr>
          <p:cNvPr id="4" name="Text Placeholder 3"/>
          <p:cNvSpPr>
            <a:spLocks noGrp="1"/>
          </p:cNvSpPr>
          <p:nvPr>
            <p:ph type="body" sz="half" idx="2"/>
          </p:nvPr>
        </p:nvSpPr>
        <p:spPr>
          <a:xfrm>
            <a:off x="508001" y="4025504"/>
            <a:ext cx="6447500" cy="505518"/>
          </a:xfrm>
        </p:spPr>
        <p:txBody>
          <a:bodyPr>
            <a:normAutofit/>
          </a:bodyPr>
          <a:lstStyle>
            <a:lvl1pPr marL="0" indent="0">
              <a:buNone/>
              <a:defRPr sz="9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043166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2552700"/>
          </a:xfrm>
        </p:spPr>
        <p:txBody>
          <a:bodyPr anchor="ctr">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3177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1024604" y="2724150"/>
            <a:ext cx="5418393" cy="285750"/>
          </a:xfrm>
        </p:spPr>
        <p:txBody>
          <a:bodyPr anchor="ctr">
            <a:noAutofit/>
          </a:bodyPr>
          <a:lstStyle>
            <a:lvl1pPr marL="0" indent="0">
              <a:buFontTx/>
              <a:buNone/>
              <a:defRPr sz="1200">
                <a:solidFill>
                  <a:schemeClr val="tx1">
                    <a:lumMod val="50000"/>
                    <a:lumOff val="50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0" name="TextBox 19"/>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latin typeface="Arial"/>
              </a:rPr>
              <a:t>”</a:t>
            </a:r>
            <a:endParaRPr lang="en-US" sz="1350" dirty="0">
              <a:solidFill>
                <a:schemeClr val="accent1">
                  <a:lumMod val="60000"/>
                  <a:lumOff val="40000"/>
                </a:schemeClr>
              </a:solidFill>
              <a:latin typeface="Arial"/>
            </a:endParaRPr>
          </a:p>
        </p:txBody>
      </p:sp>
    </p:spTree>
    <p:extLst>
      <p:ext uri="{BB962C8B-B14F-4D97-AF65-F5344CB8AC3E}">
        <p14:creationId xmlns:p14="http://schemas.microsoft.com/office/powerpoint/2010/main" val="37619174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08001" y="1448991"/>
            <a:ext cx="6447501" cy="1946595"/>
          </a:xfrm>
        </p:spPr>
        <p:txBody>
          <a:bodyPr anchor="b">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6167853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tx1">
                    <a:lumMod val="75000"/>
                    <a:lumOff val="25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4" name="TextBox 23"/>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8944199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14350" y="457200"/>
            <a:ext cx="6441152"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accent1"/>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1298613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92892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5755" y="457200"/>
            <a:ext cx="978557" cy="3938588"/>
          </a:xfrm>
        </p:spPr>
        <p:txBody>
          <a:bodyPr vert="eaVert" anchor="ct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08001" y="457200"/>
            <a:ext cx="5295113" cy="3938588"/>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6972808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slideLayouts/slideLayout13.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17" Target="../theme/theme1.xml" Type="http://schemas.openxmlformats.org/officeDocument/2006/relationships/theme" /><Relationship Id="rId2" Target="../slideLayouts/slideLayout2.xml" Type="http://schemas.openxmlformats.org/officeDocument/2006/relationships/slideLayout" /><Relationship Id="rId16" Target="../slideLayouts/slideLayout16.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5" Target="../slideLayouts/slideLayout1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 Id="rId14" Target="../slideLayouts/slideLayout14.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2"/>
      </p:bgRef>
    </p:bg>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b="b" l="l" r="r" t="t"/>
              <a:pathLst>
                <a:path h="6866467" w="3007349">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b="b" l="l" r="r" t="t"/>
              <a:pathLst>
                <a:path h="6866467" w="2573311">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fmla="val 100000" name="adj"/>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b="b" l="l" r="r" t="t"/>
              <a:pathLst>
                <a:path h="6866467" w="2858013">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b="b" l="l" r="r" t="t"/>
              <a:pathLst>
                <a:path h="6858000" w="1290094">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b="b" l="l" r="r" t="t"/>
              <a:pathLst>
                <a:path h="6858000" w="1249825">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fmla="val 100000" name="adj"/>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fmla="val 0" name="adj"/>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508001" y="457200"/>
            <a:ext cx="6447501" cy="990600"/>
          </a:xfrm>
          <a:prstGeom prst="rect">
            <a:avLst/>
          </a:prstGeom>
        </p:spPr>
        <p:txBody>
          <a:bodyPr anchor="t" bIns="45720" lIns="91440" rIns="91440" rtlCol="0" tIns="45720" vert="horz">
            <a:normAutofit/>
          </a:bodyPr>
          <a:lstStyle/>
          <a:p>
            <a:r>
              <a:rPr altLang="zh-CN" lang="en-US"/>
              <a:t>Click to edit Master title style</a:t>
            </a:r>
            <a:endParaRPr dirty="0" lang="en-US"/>
          </a:p>
        </p:txBody>
      </p:sp>
      <p:sp>
        <p:nvSpPr>
          <p:cNvPr id="3" name="Text Placeholder 2"/>
          <p:cNvSpPr>
            <a:spLocks noGrp="1"/>
          </p:cNvSpPr>
          <p:nvPr>
            <p:ph idx="1" type="body"/>
          </p:nvPr>
        </p:nvSpPr>
        <p:spPr>
          <a:xfrm>
            <a:off x="508001" y="1620442"/>
            <a:ext cx="6447501" cy="2910580"/>
          </a:xfrm>
          <a:prstGeom prst="rect">
            <a:avLst/>
          </a:prstGeom>
        </p:spPr>
        <p:txBody>
          <a:bodyPr bIns="45720" lIns="91440" rIns="91440" rtlCol="0" tIns="45720" vert="horz">
            <a:normAutofit/>
          </a:bodyPr>
          <a:lstStyle/>
          <a:p>
            <a:pPr lvl="0"/>
            <a:r>
              <a:rPr altLang="zh-CN" lang="en-US"/>
              <a:t>Click to edit Master text styles</a:t>
            </a:r>
          </a:p>
          <a:p>
            <a:pPr lvl="1"/>
            <a:r>
              <a:rPr altLang="zh-CN" lang="en-US"/>
              <a:t>Second level</a:t>
            </a:r>
          </a:p>
          <a:p>
            <a:pPr lvl="2"/>
            <a:r>
              <a:rPr altLang="zh-CN" lang="en-US"/>
              <a:t>Third level</a:t>
            </a:r>
          </a:p>
          <a:p>
            <a:pPr lvl="3"/>
            <a:r>
              <a:rPr altLang="zh-CN" lang="en-US"/>
              <a:t>Fourth level</a:t>
            </a:r>
          </a:p>
          <a:p>
            <a:pPr lvl="4"/>
            <a:r>
              <a:rPr altLang="zh-CN" lang="en-US"/>
              <a:t>Fifth level</a:t>
            </a:r>
            <a:endParaRPr dirty="0" lang="en-US"/>
          </a:p>
        </p:txBody>
      </p:sp>
      <p:sp>
        <p:nvSpPr>
          <p:cNvPr id="4" name="Date Placeholder 3"/>
          <p:cNvSpPr>
            <a:spLocks noGrp="1"/>
          </p:cNvSpPr>
          <p:nvPr>
            <p:ph idx="2" sz="half" type="dt"/>
          </p:nvPr>
        </p:nvSpPr>
        <p:spPr>
          <a:xfrm>
            <a:off x="5403850" y="4531022"/>
            <a:ext cx="683954" cy="273844"/>
          </a:xfrm>
          <a:prstGeom prst="rect">
            <a:avLst/>
          </a:prstGeom>
        </p:spPr>
        <p:txBody>
          <a:bodyPr anchor="ctr" bIns="45720" lIns="91440" rIns="91440" rtlCol="0" tIns="45720" vert="horz"/>
          <a:lstStyle>
            <a:lvl1pPr algn="r">
              <a:defRPr sz="675">
                <a:solidFill>
                  <a:schemeClr val="tx1">
                    <a:tint val="75000"/>
                  </a:schemeClr>
                </a:solidFill>
              </a:defRPr>
            </a:lvl1pPr>
          </a:lstStyle>
          <a:p>
            <a:fld id="{241EB5C9-1307-BA42-ABA2-0BC069CD8E7F}" type="datetimeFigureOut">
              <a:rPr lang="en-US" smtClean="0"/>
              <a:t>12/25/2025</a:t>
            </a:fld>
            <a:endParaRPr lang="en-US"/>
          </a:p>
        </p:txBody>
      </p:sp>
      <p:sp>
        <p:nvSpPr>
          <p:cNvPr id="5" name="Footer Placeholder 4"/>
          <p:cNvSpPr>
            <a:spLocks noGrp="1"/>
          </p:cNvSpPr>
          <p:nvPr>
            <p:ph idx="3" sz="quarter" type="ftr"/>
          </p:nvPr>
        </p:nvSpPr>
        <p:spPr>
          <a:xfrm>
            <a:off x="508001" y="4531022"/>
            <a:ext cx="4723209" cy="273844"/>
          </a:xfrm>
          <a:prstGeom prst="rect">
            <a:avLst/>
          </a:prstGeom>
        </p:spPr>
        <p:txBody>
          <a:bodyPr anchor="ctr" bIns="45720" lIns="91440" rIns="91440" rtlCol="0" tIns="45720" vert="horz"/>
          <a:lstStyle>
            <a:lvl1pPr algn="l">
              <a:defRPr sz="675">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442998" y="4531022"/>
            <a:ext cx="512504" cy="273844"/>
          </a:xfrm>
          <a:prstGeom prst="rect">
            <a:avLst/>
          </a:prstGeom>
        </p:spPr>
        <p:txBody>
          <a:bodyPr anchor="ctr" bIns="45720" lIns="91440" rIns="91440" rtlCol="0" tIns="45720" vert="horz"/>
          <a:lstStyle>
            <a:lvl1pPr algn="r">
              <a:defRPr sz="675">
                <a:solidFill>
                  <a:schemeClr val="accent1"/>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264577873"/>
      </p:ext>
    </p:extLst>
  </p:cSld>
  <p:clrMap accent1="accent1" accent2="accent2" accent3="accent3" accent4="accent4" accent5="accent5" accent6="accent6" bg1="dk1" bg2="dk2" folHlink="folHlink" hlink="hlink" tx1="lt1" tx2="lt2"/>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xStyles>
    <p:titleStyle>
      <a:lvl1pPr algn="l" defTabSz="342900" eaLnBrk="1" hangingPunct="1" latinLnBrk="0" rtl="0">
        <a:spcBef>
          <a:spcPct val="0"/>
        </a:spcBef>
        <a:buNone/>
        <a:defRPr kern="1200" sz="27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algn="l" defTabSz="342900" eaLnBrk="1" hangingPunct="1" indent="-257175" latinLnBrk="0" marL="257175" rtl="0">
        <a:spcBef>
          <a:spcPts val="750"/>
        </a:spcBef>
        <a:spcAft>
          <a:spcPts val="0"/>
        </a:spcAft>
        <a:buClr>
          <a:schemeClr val="accent1"/>
        </a:buClr>
        <a:buSzPct val="80000"/>
        <a:buFont charset="2" typeface="Wingdings 3"/>
        <a:buChar char=""/>
        <a:defRPr kern="1200" sz="1350">
          <a:solidFill>
            <a:schemeClr val="tx1">
              <a:lumMod val="75000"/>
              <a:lumOff val="25000"/>
            </a:schemeClr>
          </a:solidFill>
          <a:latin typeface="+mn-lt"/>
          <a:ea typeface="+mn-ea"/>
          <a:cs typeface="+mn-cs"/>
        </a:defRPr>
      </a:lvl1pPr>
      <a:lvl2pPr algn="l" defTabSz="342900" eaLnBrk="1" hangingPunct="1" indent="-214313" latinLnBrk="0" marL="557213" rtl="0">
        <a:spcBef>
          <a:spcPts val="750"/>
        </a:spcBef>
        <a:spcAft>
          <a:spcPts val="0"/>
        </a:spcAft>
        <a:buClr>
          <a:schemeClr val="accent1"/>
        </a:buClr>
        <a:buSzPct val="80000"/>
        <a:buFont charset="2" typeface="Wingdings 3"/>
        <a:buChar char=""/>
        <a:defRPr kern="1200" sz="1200">
          <a:solidFill>
            <a:schemeClr val="tx1">
              <a:lumMod val="75000"/>
              <a:lumOff val="25000"/>
            </a:schemeClr>
          </a:solidFill>
          <a:latin typeface="+mn-lt"/>
          <a:ea typeface="+mn-ea"/>
          <a:cs typeface="+mn-cs"/>
        </a:defRPr>
      </a:lvl2pPr>
      <a:lvl3pPr algn="l" defTabSz="342900" eaLnBrk="1" hangingPunct="1" indent="-171450" latinLnBrk="0" marL="857250" rtl="0">
        <a:spcBef>
          <a:spcPts val="750"/>
        </a:spcBef>
        <a:spcAft>
          <a:spcPts val="0"/>
        </a:spcAft>
        <a:buClr>
          <a:schemeClr val="accent1"/>
        </a:buClr>
        <a:buSzPct val="80000"/>
        <a:buFont charset="2" typeface="Wingdings 3"/>
        <a:buChar char=""/>
        <a:defRPr kern="1200" sz="1050">
          <a:solidFill>
            <a:schemeClr val="tx1">
              <a:lumMod val="75000"/>
              <a:lumOff val="25000"/>
            </a:schemeClr>
          </a:solidFill>
          <a:latin typeface="+mn-lt"/>
          <a:ea typeface="+mn-ea"/>
          <a:cs typeface="+mn-cs"/>
        </a:defRPr>
      </a:lvl3pPr>
      <a:lvl4pPr algn="l" defTabSz="342900" eaLnBrk="1" hangingPunct="1" indent="-171450" latinLnBrk="0" marL="12001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4pPr>
      <a:lvl5pPr algn="l" defTabSz="342900" eaLnBrk="1" hangingPunct="1" indent="-171450" latinLnBrk="0" marL="15430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5pPr>
      <a:lvl6pPr algn="l" defTabSz="342900" eaLnBrk="1" hangingPunct="1" indent="-171450" latinLnBrk="0" marL="18859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6pPr>
      <a:lvl7pPr algn="l" defTabSz="342900" eaLnBrk="1" hangingPunct="1" indent="-171450" latinLnBrk="0" marL="22288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7pPr>
      <a:lvl8pPr algn="l" defTabSz="342900" eaLnBrk="1" hangingPunct="1" indent="-171450" latinLnBrk="0" marL="25717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8pPr>
      <a:lvl9pPr algn="l" defTabSz="342900" eaLnBrk="1" hangingPunct="1" indent="-171450" latinLnBrk="0" marL="29146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8.xml" /><Relationship Id="rId4" Type="http://schemas.openxmlformats.org/officeDocument/2006/relationships/slide" Target="slide9.xml" /><Relationship Id="rId5" Type="http://schemas.openxmlformats.org/officeDocument/2006/relationships/slide" Target="slide1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quarto-dev/quarto-cli/issues/13372"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30300" y="1803400"/>
            <a:ext cx="5825202" cy="1234727"/>
          </a:xfrm>
        </p:spPr>
        <p:txBody>
          <a:bodyPr/>
          <a:lstStyle/>
          <a:p>
            <a:pPr lvl="0" indent="0" marL="0">
              <a:buNone/>
            </a:pPr>
            <a:r>
              <a:rPr/>
              <a:t>中文幻灯片示例</a:t>
            </a:r>
          </a:p>
        </p:txBody>
      </p:sp>
      <p:sp>
        <p:nvSpPr>
          <p:cNvPr id="3" name="Subtitle 2"/>
          <p:cNvSpPr>
            <a:spLocks noGrp="1"/>
          </p:cNvSpPr>
          <p:nvPr>
            <p:ph idx="1" type="subTitle"/>
          </p:nvPr>
        </p:nvSpPr>
        <p:spPr>
          <a:xfrm>
            <a:off x="1130300" y="3038125"/>
            <a:ext cx="5825202" cy="822674"/>
          </a:xfrm>
        </p:spPr>
        <p:txBody>
          <a:bodyPr/>
          <a:lstStyle/>
          <a:p>
            <a:pPr lvl="0" indent="0" marL="0">
              <a:buNone/>
            </a:pPr>
            <a:r>
              <a:rPr/>
              <a:t>SunQuarTeX Examples</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目录</a:t>
            </a:r>
          </a:p>
        </p:txBody>
      </p:sp>
      <p:sp>
        <p:nvSpPr>
          <p:cNvPr id="3" name="Content Placeholder 2"/>
          <p:cNvSpPr>
            <a:spLocks noGrp="1"/>
          </p:cNvSpPr>
          <p:nvPr>
            <p:ph idx="1"/>
          </p:nvPr>
        </p:nvSpPr>
        <p:spPr/>
        <p:txBody>
          <a:bodyPr/>
          <a:lstStyle/>
          <a:p>
            <a:pPr lvl="0"/>
            <a:r>
              <a:rPr>
                <a:hlinkClick r:id="rId2" action="ppaction://hlinksldjump"/>
              </a:rPr>
              <a:t>Section A</a:t>
            </a:r>
          </a:p>
          <a:p>
            <a:pPr lvl="0"/>
            <a:r>
              <a:rPr>
                <a:hlinkClick r:id="rId3" action="ppaction://hlinksldjump"/>
              </a:rPr>
              <a:t>Section B</a:t>
            </a:r>
          </a:p>
          <a:p>
            <a:pPr lvl="1"/>
            <a:r>
              <a:rPr>
                <a:hlinkClick r:id="rId4" action="ppaction://hlinksldjump"/>
              </a:rPr>
              <a:t>Subsection 1</a:t>
            </a:r>
          </a:p>
          <a:p>
            <a:pPr lvl="1"/>
            <a:r>
              <a:rPr>
                <a:hlinkClick r:id="rId5" action="ppaction://hlinksldjump"/>
              </a:rPr>
              <a:t>Subsection 2</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长长长长长长长长长长长长长长长长长长长长长长长长长长长长长长长长长长长长长长长长长长长段落．</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B</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508000" y="1981200"/>
            <a:ext cx="6438900" cy="1676400"/>
          </a:xfrm>
          <a:prstGeom prst="rect">
            <a:avLst/>
          </a:prstGeom>
          <a:noFill/>
          <a:ln w="9525">
            <a:noFill/>
            <a:headEnd/>
            <a:tailEnd/>
          </a:ln>
        </p:spPr>
      </p:pic>
      <p:sp>
        <p:nvSpPr>
          <p:cNvPr id="1" name="TextBox 3"/>
          <p:cNvSpPr txBox="1"/>
          <p:nvPr>
            <p:ph idx="1"/>
          </p:nvPr>
        </p:nvSpPr>
        <p:spPr>
          <a:xfrm>
            <a:off x="508000" y="4013200"/>
            <a:ext cx="64389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Beamer format temporarily disabled due to </a:t>
            </a:r>
            <a:r>
              <a:rPr>
                <a:hlinkClick r:id="rId2"/>
              </a:rPr>
              <a:t>Quarto Issue #13372</a:t>
            </a:r>
            <a:r>
              <a:rPr/>
              <a:t>.</a:t>
            </a:r>
          </a:p>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r>
                        <m:rPr>
                          <m:sty m:val="p"/>
                        </m:rPr>
                        <m:t>(</m:t>
                      </m:r>
                      <m:r>
                        <m:t>d</m:t>
                      </m:r>
                      <m:r>
                        <m:rPr>
                          <m:sty m:val="p"/>
                        </m:rPr>
                        <m:t>)</m:t>
                      </m:r>
                      <m:r>
                        <m:rPr>
                          <m:sty m:val="p"/>
                        </m:rPr>
                        <m:t>=</m:t>
                      </m:r>
                      <m:r>
                        <m:t>n</m:t>
                      </m:r>
                    </m:oMath>
                  </m:oMathPara>
                </a14:m>
              </a:p>
              <a:p>
                <a:pPr lvl="0" indent="0" marL="0">
                  <a:buNone/>
                </a:pPr>
                <a:r>
                  <a:rPr i="1"/>
                  <a:t>证明</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r>
                        <m:rPr>
                          <m:sty m:val="p"/>
                        </m:rPr>
                        <m:t>(</m:t>
                      </m:r>
                      <m:r>
                        <m:t>d</m:t>
                      </m:r>
                      <m:r>
                        <m:rPr>
                          <m:sty m:val="p"/>
                        </m:rPr>
                        <m:t>)</m:t>
                      </m:r>
                      <m:r>
                        <m:rPr>
                          <m:sty m:val="p"/>
                        </m:rPr>
                        <m:t>=</m:t>
                      </m:r>
                      <m:r>
                        <m:rPr>
                          <m:sty m:val="p"/>
                        </m:rPr>
                        <m:t>[</m:t>
                      </m:r>
                      <m:r>
                        <m:t>n</m:t>
                      </m:r>
                      <m:r>
                        <m:rPr>
                          <m:sty m:val="p"/>
                        </m:rPr>
                        <m:t>=</m:t>
                      </m:r>
                      <m:r>
                        <m:t>1</m:t>
                      </m:r>
                      <m:r>
                        <m:rPr>
                          <m:sty m:val="p"/>
                        </m:rPr>
                        <m:t>]</m:t>
                      </m:r>
                    </m:oMath>
                  </m:oMathPara>
                </a14:m>
              </a:p>
              <a:p>
                <a:pPr lvl="0" indent="0" marL="0">
                  <a:buNone/>
                </a:pPr>
                <a:r>
                  <a:rPr i="1"/>
                  <a:t>证明</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24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Trebuchet MS</vt:lpstr>
      <vt:lpstr>Wingdings 3</vt:lpstr>
      <vt:lpstr>Facet</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中文幻灯片示例</dc:title>
  <dc:creator>sun123zxy</dc:creator>
  <cp:keywords/>
  <dcterms:created xsi:type="dcterms:W3CDTF">2026-04-17T03:17:04Z</dcterms:created>
  <dcterms:modified xsi:type="dcterms:W3CDTF">2026-04-17T03:17:04Z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2024-02-22</vt:lpwstr>
  </property>
  <property fmtid="{D5CDD505-2E9C-101B-9397-08002B2CF9AE}" pid="13" name="engines">
    <vt:lpwstr/>
  </property>
  <property fmtid="{D5CDD505-2E9C-101B-9397-08002B2CF9AE}" pid="14" name="header-includes">
    <vt:lpwstr/>
  </property>
  <property fmtid="{D5CDD505-2E9C-101B-9397-08002B2CF9AE}" pid="15" name="include-after">
    <vt:lpwstr/>
  </property>
  <property fmtid="{D5CDD505-2E9C-101B-9397-08002B2CF9AE}" pid="16" name="include-before">
    <vt:lpwstr/>
  </property>
  <property fmtid="{D5CDD505-2E9C-101B-9397-08002B2CF9AE}" pid="17" name="institute">
    <vt:lpwstr>Sunderland Quarry of Tectosilicates</vt:lpwstr>
  </property>
  <property fmtid="{D5CDD505-2E9C-101B-9397-08002B2CF9AE}" pid="18" name="institutes">
    <vt:lpwstr/>
  </property>
  <property fmtid="{D5CDD505-2E9C-101B-9397-08002B2CF9AE}" pid="19" name="labels">
    <vt:lpwstr/>
  </property>
  <property fmtid="{D5CDD505-2E9C-101B-9397-08002B2CF9AE}" pid="20" name="number-depth">
    <vt:lpwstr>3</vt:lpwstr>
  </property>
  <property fmtid="{D5CDD505-2E9C-101B-9397-08002B2CF9AE}" pid="21" name="shortinstitute">
    <vt:lpwstr>SunQuarTeX</vt:lpwstr>
  </property>
  <property fmtid="{D5CDD505-2E9C-101B-9397-08002B2CF9AE}" pid="22" name="subtitle">
    <vt:lpwstr>SunQuarTeX Examples</vt:lpwstr>
  </property>
  <property fmtid="{D5CDD505-2E9C-101B-9397-08002B2CF9AE}" pid="23" name="toc-title">
    <vt:lpwstr>目录</vt:lpwstr>
  </property>
</Properties>
</file>