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中文幻灯片示例</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SunQuarTeX Examples</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 </a:t>
                </a:r>
                <a14:m>
                  <m:oMath xmlns:m="http://schemas.openxmlformats.org/officeDocument/2006/math">
                    <m:r>
                      <m:t>e</m:t>
                    </m:r>
                  </m:oMath>
                </a14:m>
                <a:r>
                  <a:rPr/>
                  <a:t> 长长长 </a:t>
                </a:r>
                <a14:m>
                  <m:oMath xmlns:m="http://schemas.openxmlformats.org/officeDocument/2006/math">
                    <m:r>
                      <m:t>f</m:t>
                    </m:r>
                    <m:r>
                      <m:t>g</m:t>
                    </m:r>
                    <m:r>
                      <m:t>e</m:t>
                    </m:r>
                  </m:oMath>
                </a14:m>
                <a:r>
                  <a:rPr/>
                  <a:t> 长长长长长长长长长长长长长长长长长长长长长长长长长段落．</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ph id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r>
                        <m:rPr>
                          <m:sty m:val="p"/>
                        </m:rPr>
                        <m:t>(</m:t>
                      </m:r>
                      <m:r>
                        <m:t>d</m:t>
                      </m:r>
                      <m:r>
                        <m:rPr>
                          <m:sty m:val="p"/>
                        </m:rPr>
                        <m:t>)</m:t>
                      </m:r>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r>
                        <m:rPr>
                          <m:sty m:val="p"/>
                        </m:rPr>
                        <m:t>(</m:t>
                      </m:r>
                      <m:r>
                        <m:t>d</m:t>
                      </m:r>
                      <m:r>
                        <m:rPr>
                          <m:sty m:val="p"/>
                        </m:rPr>
                        <m:t>)</m:t>
                      </m:r>
                      <m:r>
                        <m:rPr>
                          <m:sty m:val="p"/>
                        </m:rPr>
                        <m:t>=</m:t>
                      </m:r>
                      <m:r>
                        <m:rPr>
                          <m:sty m:val="p"/>
                        </m:rPr>
                        <m:t>[</m:t>
                      </m:r>
                      <m:r>
                        <m:t>n</m:t>
                      </m:r>
                      <m:r>
                        <m:rPr>
                          <m:sty m:val="p"/>
                        </m:rPr>
                        <m:t>=</m:t>
                      </m:r>
                      <m:r>
                        <m:t>1</m:t>
                      </m:r>
                      <m:r>
                        <m:rPr>
                          <m:sty m:val="p"/>
                        </m:rPr>
                        <m:t>]</m:t>
                      </m:r>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中文幻灯片示例</dc:title>
  <dc:creator>sun123zxy</dc:creator>
  <cp:keywords/>
  <dcterms:created xsi:type="dcterms:W3CDTF">2026-08-29T12:10:48Z</dcterms:created>
  <dcterms:modified xsi:type="dcterms:W3CDTF">2026-08-29T12:10:48Z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2026-07-21</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labels">
    <vt:lpwstr/>
  </property>
  <property fmtid="{D5CDD505-2E9C-101B-9397-08002B2CF9AE}" pid="19" name="number-depth">
    <vt:lpwstr>3</vt:lpwstr>
  </property>
  <property fmtid="{D5CDD505-2E9C-101B-9397-08002B2CF9AE}" pid="20" name="shortinstitute">
    <vt:lpwstr>SunQuarTeX</vt:lpwstr>
  </property>
  <property fmtid="{D5CDD505-2E9C-101B-9397-08002B2CF9AE}" pid="21" name="subtitle">
    <vt:lpwstr>SunQuarTeX Examples</vt:lpwstr>
  </property>
  <property fmtid="{D5CDD505-2E9C-101B-9397-08002B2CF9AE}" pid="22" name="titlegraphic">
    <vt:lpwstr>figure.png</vt:lpwstr>
  </property>
  <property fmtid="{D5CDD505-2E9C-101B-9397-08002B2CF9AE}" pid="23" name="titlegraphicoptions">
    <vt:lpwstr>width=0.2</vt:lpwstr>
  </property>
  <property fmtid="{D5CDD505-2E9C-101B-9397-08002B2CF9AE}" pid="24" name="toc-title">
    <vt:lpwstr>目录</vt:lpwstr>
  </property>
</Properties>
</file>