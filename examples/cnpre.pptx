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1" Type="http://schemas.openxmlformats.org/officeDocument/2006/relationships/viewProps" Target="viewProps.xml" /><Relationship Id="rId20" Type="http://schemas.openxmlformats.org/officeDocument/2006/relationships/presProps" Target="presProps.xml" /><Relationship Id="rId1" Type="http://schemas.openxmlformats.org/officeDocument/2006/relationships/slideMaster" Target="slideMasters/slideMaster1.xml" /><Relationship Id="rId23" Type="http://schemas.openxmlformats.org/officeDocument/2006/relationships/tableStyles" Target="tableStyles.xml" /><Relationship Id="rId2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6.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8.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SunQuarTeX Example - cnpre</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这是副标题</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表</a:t>
            </a:r>
          </a:p>
        </p:txBody>
      </p:sp>
      <p:sp>
        <p:nvSpPr>
          <p:cNvPr id="3" name="Content Placeholder 2"/>
          <p:cNvSpPr>
            <a:spLocks noGrp="1"/>
          </p:cNvSpPr>
          <p:nvPr>
            <p:ph idx="1"/>
          </p:nvPr>
        </p:nvSpPr>
        <p:spPr/>
        <p:txBody>
          <a:bodyPr/>
          <a:lstStyle/>
          <a:p>
            <a:pPr lvl="0" indent="0" marL="0">
              <a:buNone/>
            </a:pPr>
            <a:r>
              <a:rPr/>
              <a:t>引用一下 表 1 (a)．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复杂的并列效果．（图 2, 图 2 (a), 图 2 (b)）</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d>
                        <m:dPr>
                          <m:begChr m:val="("/>
                          <m:sepChr m:val=""/>
                          <m:endChr m:val=")"/>
                          <m:grow/>
                        </m:dPr>
                        <m:e>
                          <m:r>
                            <m:t>d</m:t>
                          </m:r>
                        </m:e>
                      </m:d>
                      <m:r>
                        <m:rPr>
                          <m:sty m:val="p"/>
                        </m:rPr>
                        <m:t>=</m:t>
                      </m:r>
                      <m:r>
                        <m:t>n</m:t>
                      </m:r>
                    </m:oMath>
                  </m:oMathPara>
                </a14:m>
              </a:p>
              <a:p>
                <a:pPr lvl="0" indent="0" marL="0">
                  <a:buNone/>
                </a:pPr>
                <a:r>
                  <a:rPr i="1"/>
                  <a:t>证</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d>
                        <m:dPr>
                          <m:begChr m:val="("/>
                          <m:sepChr m:val=""/>
                          <m:endChr m:val=")"/>
                          <m:grow/>
                        </m:dPr>
                        <m:e>
                          <m:r>
                            <m:t>d</m:t>
                          </m:r>
                        </m:e>
                      </m:d>
                      <m:r>
                        <m:rPr>
                          <m:sty m:val="p"/>
                        </m:rPr>
                        <m:t>=</m:t>
                      </m:r>
                      <m:d>
                        <m:dPr>
                          <m:begChr m:val="["/>
                          <m:sepChr m:val=""/>
                          <m:endChr m:val="]"/>
                          <m:grow/>
                        </m:dPr>
                        <m:e>
                          <m:r>
                            <m:t>n</m:t>
                          </m:r>
                          <m:r>
                            <m:rPr>
                              <m:sty m:val="p"/>
                            </m:rPr>
                            <m:t>=</m:t>
                          </m:r>
                          <m:r>
                            <m:t>1</m:t>
                          </m:r>
                        </m:e>
                      </m:d>
                    </m:oMath>
                  </m:oMathPara>
                </a14:m>
              </a:p>
              <a:p>
                <a:pPr lvl="0" indent="0" marL="0">
                  <a:buNone/>
                </a:pPr>
                <a:r>
                  <a:rPr i="1"/>
                  <a:t>证</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SunQuarTeX Example - cnpre</dc:title>
  <dc:creator>sun123zxy</dc:creator>
  <cp:keywords/>
  <dcterms:created xsi:type="dcterms:W3CDTF">2026-02-14T12:20:47Z</dcterms:created>
  <dcterms:modified xsi:type="dcterms:W3CDTF">2026-02-14T12:20:47Z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labels">
    <vt:lpwstr/>
  </property>
  <property fmtid="{D5CDD505-2E9C-101B-9397-08002B2CF9AE}" pid="19" name="number-depth">
    <vt:lpwstr>3</vt:lpwstr>
  </property>
  <property fmtid="{D5CDD505-2E9C-101B-9397-08002B2CF9AE}" pid="20" name="shortinstitute">
    <vt:lpwstr>SunQuarTeX</vt:lpwstr>
  </property>
  <property fmtid="{D5CDD505-2E9C-101B-9397-08002B2CF9AE}" pid="21" name="subtitle">
    <vt:lpwstr>这是副标题</vt:lpwstr>
  </property>
  <property fmtid="{D5CDD505-2E9C-101B-9397-08002B2CF9AE}" pid="22" name="toc-title">
    <vt:lpwstr>目录</vt:lpwstr>
  </property>
</Properties>
</file>