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2026-04-16T15:19:37Z</dcterms:created>
  <dcterms:modified xsi:type="dcterms:W3CDTF">2026-04-16T15:19:37Z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engines">
    <vt:lpwstr/>
  </property>
  <property fmtid="{D5CDD505-2E9C-101B-9397-08002B2CF9AE}" pid="14" name="header-includes">
    <vt:lpwstr/>
  </property>
  <property fmtid="{D5CDD505-2E9C-101B-9397-08002B2CF9AE}" pid="15" name="include-after">
    <vt:lpwstr/>
  </property>
  <property fmtid="{D5CDD505-2E9C-101B-9397-08002B2CF9AE}" pid="16" name="include-before">
    <vt:lpwstr/>
  </property>
  <property fmtid="{D5CDD505-2E9C-101B-9397-08002B2CF9AE}" pid="17" name="institute">
    <vt:lpwstr>Sunderland Quarry of Tectosilicates</vt:lpwstr>
  </property>
  <property fmtid="{D5CDD505-2E9C-101B-9397-08002B2CF9AE}" pid="18" name="institutes">
    <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SunQuarTeX Examples</vt:lpwstr>
  </property>
  <property fmtid="{D5CDD505-2E9C-101B-9397-08002B2CF9AE}" pid="23" name="toc-title">
    <vt:lpwstr>目录</vt:lpwstr>
  </property>
</Properties>
</file>