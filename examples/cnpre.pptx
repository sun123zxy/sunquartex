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br/>
            <a:r>
              <a:rPr>
                <a:solidFill>
                  <a:srgbClr val="5E5E5E"/>
                </a:solidFill>
                <a:latin typeface="Courier"/>
              </a:rPr>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2025-11-27T14:51:48Z</dcterms:created>
  <dcterms:modified xsi:type="dcterms:W3CDTF">2025-11-27T14:51:48Z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jupyter">
    <vt:lpwstr>python3</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