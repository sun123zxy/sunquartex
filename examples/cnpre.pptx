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6.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8.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SunQuarTeX Example - cnpre</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表</a:t>
            </a:r>
          </a:p>
        </p:txBody>
      </p:sp>
      <p:sp>
        <p:nvSpPr>
          <p:cNvPr id="3" name="Content Placeholder 2"/>
          <p:cNvSpPr>
            <a:spLocks noGrp="1"/>
          </p:cNvSpPr>
          <p:nvPr>
            <p:ph idx="1"/>
          </p:nvPr>
        </p:nvSpPr>
        <p:spPr/>
        <p:txBody>
          <a:bodyPr/>
          <a:lstStyle/>
          <a:p>
            <a:pPr lvl="0" indent="0" marL="0">
              <a:buNone/>
            </a:pPr>
            <a:r>
              <a:rPr/>
              <a:t>引用一下 表 1 (a)．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复杂的并列效果．（图 2, 图 2 (a), 图 2 (b)）</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2025-12-24T21:17:05Z</dcterms:created>
  <dcterms:modified xsi:type="dcterms:W3CDTF">2025-12-24T21:17:05Z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这是副标题</vt:lpwstr>
  </property>
  <property fmtid="{D5CDD505-2E9C-101B-9397-08002B2CF9AE}" pid="22" name="toc-title">
    <vt:lpwstr>目录</vt:lpwstr>
  </property>
</Properties>
</file>