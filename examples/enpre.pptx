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62100"/>
            <a:ext cx="82296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enpre</dc:title>
  <dc:creator>sun123zxy</dc:creator>
  <cp:keywords/>
  <dcterms:created xsi:type="dcterms:W3CDTF">2025-11-29T18:03:11Z</dcterms:created>
  <dcterms:modified xsi:type="dcterms:W3CDTF">2025-11-29T18:03:11Z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\SunQuarTeX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