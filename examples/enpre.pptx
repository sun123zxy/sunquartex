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Table 1 (a).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62100"/>
            <a:ext cx="8229600" cy="214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enpre</dc:title>
  <dc:creator>sun123zxy</dc:creator>
  <cp:keywords/>
  <dcterms:created xsi:type="dcterms:W3CDTF">2025-12-24T17:45:28Z</dcterms:created>
  <dcterms:modified xsi:type="dcterms:W3CDTF">2025-12-24T17:45:28Z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Subtitle Here</vt:lpwstr>
  </property>
  <property fmtid="{D5CDD505-2E9C-101B-9397-08002B2CF9AE}" pid="21" name="toc-title">
    <vt:lpwstr>Table of contents</vt:lpwstr>
  </property>
</Properties>
</file>