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6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$\SunQuarTeX$</a:t>
            </a:r>
            <a:r>
              <a:rPr/>
              <a:t> Example - enpre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 Here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Table 1 (a).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62100"/>
            <a:ext cx="8229600" cy="2146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\SunQuarTeX Example - enpre</dc:title>
  <dc:creator>sun123zxy</dc:creator>
  <cp:keywords/>
  <dcterms:created xsi:type="dcterms:W3CDTF">2025-11-15T02:49:33Z</dcterms:created>
  <dcterms:modified xsi:type="dcterms:W3CDTF">2025-11-15T02:49:33Z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header-includes">
    <vt:lpwstr/>
  </property>
  <property fmtid="{D5CDD505-2E9C-101B-9397-08002B2CF9AE}" pid="14" name="include-after">
    <vt:lpwstr/>
  </property>
  <property fmtid="{D5CDD505-2E9C-101B-9397-08002B2CF9AE}" pid="15" name="include-before">
    <vt:lpwstr/>
  </property>
  <property fmtid="{D5CDD505-2E9C-101B-9397-08002B2CF9AE}" pid="16" name="institute">
    <vt:lpwstr>\SunQuarTeX</vt:lpwstr>
  </property>
  <property fmtid="{D5CDD505-2E9C-101B-9397-08002B2CF9AE}" pid="17" name="institutes">
    <vt:lpwstr/>
  </property>
  <property fmtid="{D5CDD505-2E9C-101B-9397-08002B2CF9AE}" pid="18" name="jupyter">
    <vt:lpwstr>python3</vt:lpwstr>
  </property>
  <property fmtid="{D5CDD505-2E9C-101B-9397-08002B2CF9AE}" pid="19" name="labels">
    <vt:lpwstr/>
  </property>
  <property fmtid="{D5CDD505-2E9C-101B-9397-08002B2CF9AE}" pid="20" name="number-depth">
    <vt:lpwstr>3</vt:lpwstr>
  </property>
  <property fmtid="{D5CDD505-2E9C-101B-9397-08002B2CF9AE}" pid="21" name="subtitle">
    <vt:lpwstr>Subtitle Here</vt:lpwstr>
  </property>
  <property fmtid="{D5CDD505-2E9C-101B-9397-08002B2CF9AE}" pid="22" name="toc-title">
    <vt:lpwstr>Table of contents</vt:lpwstr>
  </property>
</Properties>
</file>