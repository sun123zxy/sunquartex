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]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2026-03-13T17:29:07Z</dcterms:created>
  <dcterms:modified xsi:type="dcterms:W3CDTF">2026-03-13T17:29:07Z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engines">
    <vt:lpwstr/>
  </property>
  <property fmtid="{D5CDD505-2E9C-101B-9397-08002B2CF9AE}" pid="14" name="header-includes">
    <vt:lpwstr/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institute">
    <vt:lpwstr>SunQuarTeX</vt:lpwstr>
  </property>
  <property fmtid="{D5CDD505-2E9C-101B-9397-08002B2CF9AE}" pid="18" name="institutes">
    <vt:lpwstr/>
  </property>
  <property fmtid="{D5CDD505-2E9C-101B-9397-08002B2CF9AE}" pid="19" name="labels">
    <vt:lpwstr/>
  </property>
  <property fmtid="{D5CDD505-2E9C-101B-9397-08002B2CF9AE}" pid="20" name="number-depth">
    <vt:lpwstr>3</vt:lpwstr>
  </property>
  <property fmtid="{D5CDD505-2E9C-101B-9397-08002B2CF9AE}" pid="21" name="subtitle">
    <vt:lpwstr>Subtitle Here</vt:lpwstr>
  </property>
  <property fmtid="{D5CDD505-2E9C-101B-9397-08002B2CF9AE}" pid="22" name="toc-title">
    <vt:lpwstr>Table of contents</vt:lpwstr>
  </property>
</Properties>
</file>