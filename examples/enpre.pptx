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6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Table 1 (a).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2026-02-14T12:24:33Z</dcterms:created>
  <dcterms:modified xsi:type="dcterms:W3CDTF">2026-02-14T12:24:33Z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