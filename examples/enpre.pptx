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quarto-dev/quarto-cli/issues/13372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Presentation Example (English)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Beamer format temporarily disabled due to </a:t>
            </a:r>
            <a:r>
              <a:rPr>
                <a:hlinkClick r:id="rId2"/>
              </a:rPr>
              <a:t>Quarto Issue #13372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Example (English)</dc:title>
  <dc:creator>sun123zxy</dc:creator>
  <cp:keywords/>
  <dcterms:created xsi:type="dcterms:W3CDTF">2026-10-26T17:59:42Z</dcterms:created>
  <dcterms:modified xsi:type="dcterms:W3CDTF">2026-10-26T17:59:42Z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SunQuarTeX</vt:lpwstr>
  </property>
  <property fmtid="{D5CDD505-2E9C-101B-9397-08002B2CF9AE}" pid="17" name="institutes">
    <vt:lpwstr/>
  </property>
  <property fmtid="{D5CDD505-2E9C-101B-9397-08002B2CF9AE}" pid="18" name="labels">
    <vt:lpwstr/>
  </property>
  <property fmtid="{D5CDD505-2E9C-101B-9397-08002B2CF9AE}" pid="19" name="number-depth">
    <vt:lpwstr>3</vt:lpwstr>
  </property>
  <property fmtid="{D5CDD505-2E9C-101B-9397-08002B2CF9AE}" pid="20" name="subtitle">
    <vt:lpwstr>SunQuarTeX Examples</vt:lpwstr>
  </property>
  <property fmtid="{D5CDD505-2E9C-101B-9397-08002B2CF9AE}" pid="21" name="toc-title">
    <vt:lpwstr>Table of contents</vt:lpwstr>
  </property>
</Properties>
</file>