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  <a:r>
              <a:rPr/>
              <a:t>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你好，\SunQuarTeX</dc:title>
  <dc:creator>sun123zxy</dc:creator>
  <cp:keywords/>
  <dcterms:created xsi:type="dcterms:W3CDTF">2025-11-29T19:59:59Z</dcterms:created>
  <dcterms:modified xsi:type="dcterms:W3CDTF">2025-11-29T19:59:59Z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