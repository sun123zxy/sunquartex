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18"/>
          <a:sy d="100" n="118"/>
        </p:scale>
        <p:origin x="195" y="51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3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1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6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3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2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1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1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7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1917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4419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61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8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8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b="b" l="l" r="r" t="t"/>
              <a:pathLst>
                <a:path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b="b" l="l" r="r" t="t"/>
              <a:pathLst>
                <a:path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b="b" l="l" r="r" t="t"/>
              <a:pathLst>
                <a:path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b="b" l="l" r="r" t="t"/>
              <a:pathLst>
                <a:path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b="b" l="l" r="r" t="t"/>
              <a:pathLst>
                <a:path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altLang="zh-CN"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zh-CN" lang="en-US"/>
              <a:t>Click to edit Master text styles</a:t>
            </a:r>
          </a:p>
          <a:p>
            <a:pPr lvl="1"/>
            <a:r>
              <a:rPr altLang="zh-CN" lang="en-US"/>
              <a:t>Second level</a:t>
            </a:r>
          </a:p>
          <a:p>
            <a:pPr lvl="2"/>
            <a:r>
              <a:rPr altLang="zh-CN" lang="en-US"/>
              <a:t>Third level</a:t>
            </a:r>
          </a:p>
          <a:p>
            <a:pPr lvl="3"/>
            <a:r>
              <a:rPr altLang="zh-CN" lang="en-US"/>
              <a:t>Fourth level</a:t>
            </a:r>
          </a:p>
          <a:p>
            <a:pPr lvl="4"/>
            <a:r>
              <a:rPr altLang="zh-CN"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7873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342900" eaLnBrk="1" hangingPunct="1" latinLnBrk="0" rtl="0">
        <a:spcBef>
          <a:spcPct val="0"/>
        </a:spcBef>
        <a:buNone/>
        <a:defRPr kern="1200" sz="27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342900" eaLnBrk="1" hangingPunct="1" indent="-257175" latinLnBrk="0" marL="257175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3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342900" eaLnBrk="1" hangingPunct="1" indent="-214313" latinLnBrk="0" marL="557213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342900" eaLnBrk="1" hangingPunct="1" indent="-171450" latinLnBrk="0" marL="8572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0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342900" eaLnBrk="1" hangingPunct="1" indent="-171450" latinLnBrk="0" marL="12001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342900" eaLnBrk="1" hangingPunct="1" indent="-171450" latinLnBrk="0" marL="15430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342900" eaLnBrk="1" hangingPunct="1" indent="-171450" latinLnBrk="0" marL="18859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342900" eaLnBrk="1" hangingPunct="1" indent="-171450" latinLnBrk="0" marL="22288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342900" eaLnBrk="1" hangingPunct="1" indent="-171450" latinLnBrk="0" marL="25717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342900" eaLnBrk="1" hangingPunct="1" indent="-171450" latinLnBrk="0" marL="29146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/>
          <a:lstStyle/>
          <a:p>
            <a:pPr lvl="0" indent="0" marL="0">
              <a:buNone/>
            </a:pPr>
            <a:r>
              <a:rPr/>
              <a:t>你好，SunQuarTeX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130300" y="3038125"/>
            <a:ext cx="5825202" cy="8226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SunQuarTeX Examples</a:t>
            </a:r>
            <a:br/>
            <a:br/>
            <a:r>
              <a:rPr/>
              <a:t>sun123zxy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2025-08-10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你好，SunQuarTeX!</a:t>
            </a:r>
          </a:p>
        </p:txBody>
      </p:sp>
    </p:spTree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你好，SunQuarTeX</dc:title>
  <dc:creator>sun123zxy</dc:creator>
  <cp:keywords/>
  <dcterms:created xsi:type="dcterms:W3CDTF">2026-10-24T09:47:59Z</dcterms:created>
  <dcterms:modified xsi:type="dcterms:W3CDTF">2026-10-24T09:47:59Z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llouty-theorem">
    <vt:lpwstr/>
  </property>
  <property fmtid="{D5CDD505-2E9C-101B-9397-08002B2CF9AE}" pid="6" name="cap-location">
    <vt:lpwstr>bottom</vt:lpwstr>
  </property>
  <property fmtid="{D5CDD505-2E9C-101B-9397-08002B2CF9AE}" pid="7" name="csl">
    <vt:lpwstr>../_assets/ieee.csl</vt:lpwstr>
  </property>
  <property fmtid="{D5CDD505-2E9C-101B-9397-08002B2CF9AE}" pid="8" name="date">
    <vt:lpwstr>2025-08-10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number-depth">
    <vt:lpwstr>3</vt:lpwstr>
  </property>
  <property fmtid="{D5CDD505-2E9C-101B-9397-08002B2CF9AE}" pid="14" name="subtitle">
    <vt:lpwstr>SunQuarTeX Examples</vt:lpwstr>
  </property>
  <property fmtid="{D5CDD505-2E9C-101B-9397-08002B2CF9AE}" pid="15" name="toc-title">
    <vt:lpwstr>目录</vt:lpwstr>
  </property>
</Properties>
</file>