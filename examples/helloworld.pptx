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7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18"/>
          <a:sy d="100" n="118"/>
        </p:scale>
        <p:origin x="195" y="51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 anchor="b">
            <a:noAutofit/>
          </a:bodyPr>
          <a:lstStyle>
            <a:lvl1pPr algn="r">
              <a:defRPr sz="4050">
                <a:solidFill>
                  <a:schemeClr val="accent1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0300" y="3038125"/>
            <a:ext cx="5825202" cy="822674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CN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926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>
        <p14:reveal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7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2352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 anchor="b"/>
          <a:lstStyle>
            <a:lvl1pPr algn="l">
              <a:defRPr sz="30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645300"/>
          </a:xfrm>
        </p:spPr>
        <p:txBody>
          <a:bodyPr anchor="t"/>
          <a:lstStyle>
            <a:lvl1pPr marL="0" indent="0" algn="l">
              <a:buNone/>
              <a:defRPr sz="15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7167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08001" y="1620442"/>
            <a:ext cx="3138026" cy="2910579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17477" y="1620442"/>
            <a:ext cx="3138026" cy="2910580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5461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6809" y="1620737"/>
            <a:ext cx="3139217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6809" y="2052934"/>
            <a:ext cx="3139217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16287" y="1620737"/>
            <a:ext cx="3139214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16288" y="2052934"/>
            <a:ext cx="3139213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7381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7726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998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123953"/>
            <a:ext cx="2890896" cy="958850"/>
          </a:xfrm>
        </p:spPr>
        <p:txBody>
          <a:bodyPr anchor="b">
            <a:normAutofit/>
          </a:bodyPr>
          <a:lstStyle>
            <a:lvl1pPr>
              <a:defRPr sz="15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0346" y="386193"/>
            <a:ext cx="3385156" cy="414482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2082802"/>
            <a:ext cx="2890896" cy="1938337"/>
          </a:xfrm>
        </p:spPr>
        <p:txBody>
          <a:bodyPr>
            <a:normAutofit/>
          </a:bodyPr>
          <a:lstStyle>
            <a:lvl1pPr marL="0" indent="0">
              <a:buNone/>
              <a:defRPr sz="1050"/>
            </a:lvl1pPr>
            <a:lvl2pPr marL="342797" indent="0">
              <a:buNone/>
              <a:defRPr sz="1050"/>
            </a:lvl2pPr>
            <a:lvl3pPr marL="685595" indent="0">
              <a:buNone/>
              <a:defRPr sz="900"/>
            </a:lvl3pPr>
            <a:lvl4pPr marL="1028392" indent="0">
              <a:buNone/>
              <a:defRPr sz="750"/>
            </a:lvl4pPr>
            <a:lvl5pPr marL="1371188" indent="0">
              <a:buNone/>
              <a:defRPr sz="750"/>
            </a:lvl5pPr>
            <a:lvl6pPr marL="1713986" indent="0">
              <a:buNone/>
              <a:defRPr sz="750"/>
            </a:lvl6pPr>
            <a:lvl7pPr marL="2056783" indent="0">
              <a:buNone/>
              <a:defRPr sz="750"/>
            </a:lvl7pPr>
            <a:lvl8pPr marL="2399580" indent="0">
              <a:buNone/>
              <a:defRPr sz="750"/>
            </a:lvl8pPr>
            <a:lvl9pPr marL="2742377" indent="0">
              <a:buNone/>
              <a:defRPr sz="75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019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3600450"/>
            <a:ext cx="6447500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08001" y="457200"/>
            <a:ext cx="6447501" cy="2884289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4025504"/>
            <a:ext cx="6447500" cy="505518"/>
          </a:xfrm>
        </p:spPr>
        <p:txBody>
          <a:bodyPr>
            <a:norm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43166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255270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31778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24604" y="2724150"/>
            <a:ext cx="5418393" cy="28575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sz="1350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619174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448991"/>
            <a:ext cx="6447501" cy="1946595"/>
          </a:xfrm>
        </p:spPr>
        <p:txBody>
          <a:bodyPr anchor="b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67853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9441994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457200"/>
            <a:ext cx="6441152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accent1"/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86139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2892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75755" y="457200"/>
            <a:ext cx="978557" cy="3938588"/>
          </a:xfrm>
        </p:spPr>
        <p:txBody>
          <a:bodyPr vert="eaVert" anchor="ctr"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08001" y="457200"/>
            <a:ext cx="5295113" cy="3938588"/>
          </a:xfrm>
        </p:spPr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7280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b="b" l="l" r="r" t="t"/>
              <a:pathLst>
                <a:path h="6866467" w="3007349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b="b" l="l" r="r" t="t"/>
              <a:pathLst>
                <a:path h="6866467" w="2573311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fmla="val 100000" name="adj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b="b" l="l" r="r" t="t"/>
              <a:pathLst>
                <a:path h="6866467" w="2858013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90094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49825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fmla="val 100000" name="adj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fmla="val 0" name="adj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  <a:prstGeom prst="rect">
            <a:avLst/>
          </a:prstGeom>
        </p:spPr>
        <p:txBody>
          <a:bodyPr anchor="t" bIns="45720" lIns="91440" rIns="91440" rtlCol="0" tIns="45720" vert="horz">
            <a:normAutofit/>
          </a:bodyPr>
          <a:lstStyle/>
          <a:p>
            <a:r>
              <a:rPr altLang="zh-CN" lang="en-US"/>
              <a:t>Click to edit Master title style</a:t>
            </a:r>
            <a:endParaRPr dirty="0"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508001" y="1620442"/>
            <a:ext cx="6447501" cy="2910580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altLang="zh-CN" lang="en-US"/>
              <a:t>Click to edit Master text styles</a:t>
            </a:r>
          </a:p>
          <a:p>
            <a:pPr lvl="1"/>
            <a:r>
              <a:rPr altLang="zh-CN" lang="en-US"/>
              <a:t>Second level</a:t>
            </a:r>
          </a:p>
          <a:p>
            <a:pPr lvl="2"/>
            <a:r>
              <a:rPr altLang="zh-CN" lang="en-US"/>
              <a:t>Third level</a:t>
            </a:r>
          </a:p>
          <a:p>
            <a:pPr lvl="3"/>
            <a:r>
              <a:rPr altLang="zh-CN" lang="en-US"/>
              <a:t>Fourth level</a:t>
            </a:r>
          </a:p>
          <a:p>
            <a:pPr lvl="4"/>
            <a:r>
              <a:rPr altLang="zh-CN" lang="en-US"/>
              <a:t>Fifth level</a:t>
            </a:r>
            <a:endParaRPr dirty="0"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442998" y="4531022"/>
            <a:ext cx="51250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accent1"/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577873"/>
      </p:ext>
    </p:extLst>
  </p:cSld>
  <p:clrMap accent1="accent1" accent2="accent2" accent3="accent3" accent4="accent4" accent5="accent5" accent6="accent6" bg1="dk1" bg2="dk2" folHlink="folHlink" hlink="hlink" tx1="lt1" tx2="lt2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</p:sldLayoutIdLst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xStyles>
    <p:titleStyle>
      <a:lvl1pPr algn="l" defTabSz="342900" eaLnBrk="1" hangingPunct="1" latinLnBrk="0" rtl="0">
        <a:spcBef>
          <a:spcPct val="0"/>
        </a:spcBef>
        <a:buNone/>
        <a:defRPr kern="1200" sz="27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algn="l" defTabSz="342900" eaLnBrk="1" hangingPunct="1" indent="-257175" latinLnBrk="0" marL="257175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3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algn="l" defTabSz="342900" eaLnBrk="1" hangingPunct="1" indent="-214313" latinLnBrk="0" marL="557213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algn="l" defTabSz="342900" eaLnBrk="1" hangingPunct="1" indent="-171450" latinLnBrk="0" marL="8572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0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algn="l" defTabSz="342900" eaLnBrk="1" hangingPunct="1" indent="-171450" latinLnBrk="0" marL="12001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algn="l" defTabSz="342900" eaLnBrk="1" hangingPunct="1" indent="-171450" latinLnBrk="0" marL="15430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algn="l" defTabSz="342900" eaLnBrk="1" hangingPunct="1" indent="-171450" latinLnBrk="0" marL="18859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algn="l" defTabSz="342900" eaLnBrk="1" hangingPunct="1" indent="-171450" latinLnBrk="0" marL="22288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algn="l" defTabSz="342900" eaLnBrk="1" hangingPunct="1" indent="-171450" latinLnBrk="0" marL="25717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algn="l" defTabSz="342900" eaLnBrk="1" hangingPunct="1" indent="-171450" latinLnBrk="0" marL="29146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/>
          <a:lstStyle/>
          <a:p>
            <a:pPr lvl="0" indent="0" marL="0">
              <a:buNone/>
            </a:pPr>
            <a:r>
              <a:rPr/>
              <a:t>你好，SunQuarTeX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130300" y="3038125"/>
            <a:ext cx="5825202" cy="822674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SunQuarTeX Examples</a:t>
            </a:r>
            <a:br/>
            <a:br/>
            <a:r>
              <a:rPr/>
              <a:t>sun123zxy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2025-08-10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你好，SunQuarTeX!</a:t>
            </a:r>
          </a:p>
        </p:txBody>
      </p:sp>
    </p:spTree>
  </p:cSld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Trebuchet MS</vt:lpstr>
      <vt:lpstr>Wingdings 3</vt:lpstr>
      <vt:lpstr>Facet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你好，SunQuarTeX</dc:title>
  <dc:creator>sun123zxy</dc:creator>
  <cp:keywords/>
  <dcterms:created xsi:type="dcterms:W3CDTF">2026-04-16T15:35:59Z</dcterms:created>
  <dcterms:modified xsi:type="dcterms:W3CDTF">2026-04-16T15:35:59Z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llouty-theorem">
    <vt:lpwstr/>
  </property>
  <property fmtid="{D5CDD505-2E9C-101B-9397-08002B2CF9AE}" pid="6" name="cap-location">
    <vt:lpwstr>bottom</vt:lpwstr>
  </property>
  <property fmtid="{D5CDD505-2E9C-101B-9397-08002B2CF9AE}" pid="7" name="csl">
    <vt:lpwstr>../_assets/ieee.csl</vt:lpwstr>
  </property>
  <property fmtid="{D5CDD505-2E9C-101B-9397-08002B2CF9AE}" pid="8" name="date">
    <vt:lpwstr>2025-08-10</vt:lpwstr>
  </property>
  <property fmtid="{D5CDD505-2E9C-101B-9397-08002B2CF9AE}" pid="9" name="engines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number-depth">
    <vt:lpwstr>3</vt:lpwstr>
  </property>
  <property fmtid="{D5CDD505-2E9C-101B-9397-08002B2CF9AE}" pid="15" name="subtitle">
    <vt:lpwstr>SunQuarTeX Examples</vt:lpwstr>
  </property>
  <property fmtid="{D5CDD505-2E9C-101B-9397-08002B2CF9AE}" pid="16" name="toc-title">
    <vt:lpwstr>目录</vt:lpwstr>
  </property>
</Properties>
</file>