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</a:t>
            </a:r>
            <a:r>
              <a:rPr/>
              <a:t>$\SunQuarTeX$</a:t>
            </a:r>
            <a:r>
              <a:rPr/>
              <a:t>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你好，\SunQuarTeX</dc:title>
  <dc:creator>sun123zxy</dc:creator>
  <cp:keywords/>
  <dcterms:created xsi:type="dcterms:W3CDTF">2025-11-30T14:13:10Z</dcterms:created>
  <dcterms:modified xsi:type="dcterms:W3CDTF">2025-11-30T14:13:10Z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这是副标题</vt:lpwstr>
  </property>
  <property fmtid="{D5CDD505-2E9C-101B-9397-08002B2CF9AE}" pid="15" name="toc-title">
    <vt:lpwstr>目录</vt:lpwstr>
  </property>
</Properties>
</file>