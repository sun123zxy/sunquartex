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$\SunQuarTeX$</a:t>
            </a:r>
            <a:r>
              <a:rPr/>
              <a:t> Example - 课表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2025-09-13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时间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星期五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08:00–09:35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09:55–12:20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13:20–14:55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6节–7节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15:15–17:40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18:30–20:55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Lean 4 形式化教学</a:t>
                      </a:r>
                      <a:br/>
                      <a:r>
                        <a:rPr/>
                        <a:t>sun123zxy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11–12节</a:t>
                      </a:r>
                      <a:br/>
                      <a:r>
                        <a:rPr/>
                        <a:t>香霖堂E909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\SunQuarTeX Example - 课表</dc:title>
  <dc:creator>sun123zxy</dc:creator>
  <cp:keywords/>
  <dcterms:created xsi:type="dcterms:W3CDTF">2025-11-10T08:32:16Z</dcterms:created>
  <dcterms:modified xsi:type="dcterms:W3CDTF">2025-11-10T08:32:16Z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2025-09-13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jupyter">
    <vt:lpwstr>python3</vt:lpwstr>
  </property>
  <property fmtid="{D5CDD505-2E9C-101B-9397-08002B2CF9AE}" pid="13" name="labels">
    <vt:lpwstr/>
  </property>
  <property fmtid="{D5CDD505-2E9C-101B-9397-08002B2CF9AE}" pid="14" name="number-depth">
    <vt:lpwstr>3</vt:lpwstr>
  </property>
  <property fmtid="{D5CDD505-2E9C-101B-9397-08002B2CF9AE}" pid="15" name="toc-title">
    <vt:lpwstr>目录</vt:lpwstr>
  </property>
</Properties>
</file>