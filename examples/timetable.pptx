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78" r:id="rId1"/>
  </p:sld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18"/>
          <a:sy d="100" n="118"/>
        </p:scale>
        <p:origin x="195" y="51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5" Type="http://schemas.openxmlformats.org/officeDocument/2006/relationships/viewProps" Target="viewProps.xml" /><Relationship Id="rId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7" Type="http://schemas.openxmlformats.org/officeDocument/2006/relationships/tableStyles" Target="tableStyles.xml" /><Relationship Id="rId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300" y="1803400"/>
            <a:ext cx="5825202" cy="1234727"/>
          </a:xfrm>
        </p:spPr>
        <p:txBody>
          <a:bodyPr anchor="b">
            <a:noAutofit/>
          </a:bodyPr>
          <a:lstStyle>
            <a:lvl1pPr algn="r">
              <a:defRPr sz="4050">
                <a:solidFill>
                  <a:schemeClr val="accent1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300" y="3038125"/>
            <a:ext cx="5825202" cy="822674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26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reveal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235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025651"/>
            <a:ext cx="6447501" cy="136993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716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1620442"/>
            <a:ext cx="3138026" cy="2910579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1620442"/>
            <a:ext cx="3138026" cy="291058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461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1620737"/>
            <a:ext cx="313921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052934"/>
            <a:ext cx="3139217" cy="2478088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1620737"/>
            <a:ext cx="313921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052934"/>
            <a:ext cx="3139213" cy="2478088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738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72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98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123953"/>
            <a:ext cx="2890896" cy="958850"/>
          </a:xfr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0346" y="386193"/>
            <a:ext cx="3385156" cy="4144828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082802"/>
            <a:ext cx="2890896" cy="1938337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797" indent="0">
              <a:buNone/>
              <a:defRPr sz="1050"/>
            </a:lvl2pPr>
            <a:lvl3pPr marL="685595" indent="0">
              <a:buNone/>
              <a:defRPr sz="900"/>
            </a:lvl3pPr>
            <a:lvl4pPr marL="1028392" indent="0">
              <a:buNone/>
              <a:defRPr sz="750"/>
            </a:lvl4pPr>
            <a:lvl5pPr marL="1371188" indent="0">
              <a:buNone/>
              <a:defRPr sz="750"/>
            </a:lvl5pPr>
            <a:lvl6pPr marL="1713986" indent="0">
              <a:buNone/>
              <a:defRPr sz="750"/>
            </a:lvl6pPr>
            <a:lvl7pPr marL="2056783" indent="0">
              <a:buNone/>
              <a:defRPr sz="750"/>
            </a:lvl7pPr>
            <a:lvl8pPr marL="2399580" indent="0">
              <a:buNone/>
              <a:defRPr sz="750"/>
            </a:lvl8pPr>
            <a:lvl9pPr marL="2742377" indent="0">
              <a:buNone/>
              <a:defRPr sz="75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019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3600450"/>
            <a:ext cx="6447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457200"/>
            <a:ext cx="6447501" cy="2884289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4025504"/>
            <a:ext cx="6447500" cy="505518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316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25527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177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2724150"/>
            <a:ext cx="5418393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sz="1350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619174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48991"/>
            <a:ext cx="6447501" cy="1946595"/>
          </a:xfrm>
        </p:spPr>
        <p:txBody>
          <a:bodyPr anchor="b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7853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944199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57200"/>
            <a:ext cx="6441152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8613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289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457200"/>
            <a:ext cx="978557" cy="3938588"/>
          </a:xfrm>
        </p:spPr>
        <p:txBody>
          <a:bodyPr vert="eaVert" anchor="ctr"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457200"/>
            <a:ext cx="5295113" cy="393858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280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6" Target="../slideLayouts/slideLayout16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slideLayouts/slideLayout1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b="b" l="l" r="r" t="t"/>
              <a:pathLst>
                <a:path h="6866467" w="3007349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b="b" l="l" r="r" t="t"/>
              <a:pathLst>
                <a:path h="6866467" w="2573311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fmla="val 100000" name="adj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b="b" l="l" r="r" t="t"/>
              <a:pathLst>
                <a:path h="6866467" w="2858013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b="b" l="l" r="r" t="t"/>
              <a:pathLst>
                <a:path h="6858000" w="1290094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b="b" l="l" r="r" t="t"/>
              <a:pathLst>
                <a:path h="6858000" w="1249825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fmla="val 100000" name="adj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fmla="val 0" name="adj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</p:spPr>
        <p:txBody>
          <a:bodyPr anchor="t" bIns="45720" lIns="91440" rIns="91440" rtlCol="0" tIns="45720" vert="horz">
            <a:normAutofit/>
          </a:bodyPr>
          <a:lstStyle/>
          <a:p>
            <a:r>
              <a:rPr altLang="zh-CN" lang="en-US"/>
              <a:t>Click to edit Master title style</a:t>
            </a:r>
            <a:endParaRPr dirty="0" lang="en-US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altLang="zh-CN" lang="en-US"/>
              <a:t>Click to edit Master text styles</a:t>
            </a:r>
          </a:p>
          <a:p>
            <a:pPr lvl="1"/>
            <a:r>
              <a:rPr altLang="zh-CN" lang="en-US"/>
              <a:t>Second level</a:t>
            </a:r>
          </a:p>
          <a:p>
            <a:pPr lvl="2"/>
            <a:r>
              <a:rPr altLang="zh-CN" lang="en-US"/>
              <a:t>Third level</a:t>
            </a:r>
          </a:p>
          <a:p>
            <a:pPr lvl="3"/>
            <a:r>
              <a:rPr altLang="zh-CN" lang="en-US"/>
              <a:t>Fourth level</a:t>
            </a:r>
          </a:p>
          <a:p>
            <a:pPr lvl="4"/>
            <a:r>
              <a:rPr altLang="zh-CN" lang="en-US"/>
              <a:t>Fifth level</a:t>
            </a:r>
            <a:endParaRPr dirty="0" lang="en-US"/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675">
                <a:solidFill>
                  <a:schemeClr val="accent1"/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577873"/>
      </p:ext>
    </p:extLst>
  </p:cSld>
  <p:clrMap accent1="accent1" accent2="accent2" accent3="accent3" accent4="accent4" accent5="accent5" accent6="accent6" bg1="dk1" bg2="dk2" folHlink="folHlink" hlink="hlink" tx1="lt1" tx2="lt2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xStyles>
    <p:titleStyle>
      <a:lvl1pPr algn="l" defTabSz="342900" eaLnBrk="1" hangingPunct="1" latinLnBrk="0" rtl="0">
        <a:spcBef>
          <a:spcPct val="0"/>
        </a:spcBef>
        <a:buNone/>
        <a:defRPr kern="1200" sz="27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algn="l" defTabSz="342900" eaLnBrk="1" hangingPunct="1" indent="-257175" latinLnBrk="0" marL="257175" rtl="0">
        <a:spcBef>
          <a:spcPts val="750"/>
        </a:spcBef>
        <a:spcAft>
          <a:spcPts val="0"/>
        </a:spcAft>
        <a:buClr>
          <a:schemeClr val="accent1"/>
        </a:buClr>
        <a:buSzPct val="80000"/>
        <a:buFont charset="2" typeface="Wingdings 3"/>
        <a:buChar char=""/>
        <a:defRPr kern="1200" sz="135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algn="l" defTabSz="342900" eaLnBrk="1" hangingPunct="1" indent="-214313" latinLnBrk="0" marL="557213" rtl="0">
        <a:spcBef>
          <a:spcPts val="750"/>
        </a:spcBef>
        <a:spcAft>
          <a:spcPts val="0"/>
        </a:spcAft>
        <a:buClr>
          <a:schemeClr val="accent1"/>
        </a:buClr>
        <a:buSzPct val="80000"/>
        <a:buFont charset="2" typeface="Wingdings 3"/>
        <a:buChar char=""/>
        <a:defRPr kern="1200" sz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algn="l" defTabSz="342900" eaLnBrk="1" hangingPunct="1" indent="-171450" latinLnBrk="0" marL="857250" rtl="0">
        <a:spcBef>
          <a:spcPts val="750"/>
        </a:spcBef>
        <a:spcAft>
          <a:spcPts val="0"/>
        </a:spcAft>
        <a:buClr>
          <a:schemeClr val="accent1"/>
        </a:buClr>
        <a:buSzPct val="80000"/>
        <a:buFont charset="2" typeface="Wingdings 3"/>
        <a:buChar char=""/>
        <a:defRPr kern="1200" sz="105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algn="l" defTabSz="342900" eaLnBrk="1" hangingPunct="1" indent="-171450" latinLnBrk="0" marL="1200150" rtl="0">
        <a:spcBef>
          <a:spcPts val="750"/>
        </a:spcBef>
        <a:spcAft>
          <a:spcPts val="0"/>
        </a:spcAft>
        <a:buClr>
          <a:schemeClr val="accent1"/>
        </a:buClr>
        <a:buSzPct val="80000"/>
        <a:buFont charset="2" typeface="Wingdings 3"/>
        <a:buChar char=""/>
        <a:defRPr kern="1200" sz="9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algn="l" defTabSz="342900" eaLnBrk="1" hangingPunct="1" indent="-171450" latinLnBrk="0" marL="1543050" rtl="0">
        <a:spcBef>
          <a:spcPts val="750"/>
        </a:spcBef>
        <a:spcAft>
          <a:spcPts val="0"/>
        </a:spcAft>
        <a:buClr>
          <a:schemeClr val="accent1"/>
        </a:buClr>
        <a:buSzPct val="80000"/>
        <a:buFont charset="2" typeface="Wingdings 3"/>
        <a:buChar char=""/>
        <a:defRPr kern="1200" sz="9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algn="l" defTabSz="342900" eaLnBrk="1" hangingPunct="1" indent="-171450" latinLnBrk="0" marL="1885950" rtl="0">
        <a:spcBef>
          <a:spcPts val="750"/>
        </a:spcBef>
        <a:spcAft>
          <a:spcPts val="0"/>
        </a:spcAft>
        <a:buClr>
          <a:schemeClr val="accent1"/>
        </a:buClr>
        <a:buSzPct val="80000"/>
        <a:buFont charset="2" typeface="Wingdings 3"/>
        <a:buChar char=""/>
        <a:defRPr kern="1200" sz="9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algn="l" defTabSz="342900" eaLnBrk="1" hangingPunct="1" indent="-171450" latinLnBrk="0" marL="2228850" rtl="0">
        <a:spcBef>
          <a:spcPts val="750"/>
        </a:spcBef>
        <a:spcAft>
          <a:spcPts val="0"/>
        </a:spcAft>
        <a:buClr>
          <a:schemeClr val="accent1"/>
        </a:buClr>
        <a:buSzPct val="80000"/>
        <a:buFont charset="2" typeface="Wingdings 3"/>
        <a:buChar char=""/>
        <a:defRPr kern="1200" sz="9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algn="l" defTabSz="342900" eaLnBrk="1" hangingPunct="1" indent="-171450" latinLnBrk="0" marL="2571750" rtl="0">
        <a:spcBef>
          <a:spcPts val="750"/>
        </a:spcBef>
        <a:spcAft>
          <a:spcPts val="0"/>
        </a:spcAft>
        <a:buClr>
          <a:schemeClr val="accent1"/>
        </a:buClr>
        <a:buSzPct val="80000"/>
        <a:buFont charset="2" typeface="Wingdings 3"/>
        <a:buChar char=""/>
        <a:defRPr kern="1200" sz="9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algn="l" defTabSz="342900" eaLnBrk="1" hangingPunct="1" indent="-171450" latinLnBrk="0" marL="2914650" rtl="0">
        <a:spcBef>
          <a:spcPts val="750"/>
        </a:spcBef>
        <a:spcAft>
          <a:spcPts val="0"/>
        </a:spcAft>
        <a:buClr>
          <a:schemeClr val="accent1"/>
        </a:buClr>
        <a:buSzPct val="80000"/>
        <a:buFont charset="2" typeface="Wingdings 3"/>
        <a:buChar char=""/>
        <a:defRPr kern="1200" sz="9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300" y="1803400"/>
            <a:ext cx="5825202" cy="1234727"/>
          </a:xfrm>
        </p:spPr>
        <p:txBody>
          <a:bodyPr/>
          <a:lstStyle/>
          <a:p>
            <a:pPr lvl="0" indent="0" marL="0">
              <a:buNone/>
            </a:pPr>
            <a:r>
              <a:rPr/>
              <a:t>课表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130300" y="3038125"/>
            <a:ext cx="5825202" cy="822674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SunQuarTeX Examples</a:t>
            </a:r>
            <a:br/>
            <a:br/>
            <a:r>
              <a:rPr/>
              <a:t>sun123zxy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2025-09-13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508000" y="1612900"/>
          <a:ext cx="6438900" cy="2908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/>
                <a:gridCol w="1066800"/>
                <a:gridCol w="1066800"/>
                <a:gridCol w="1066800"/>
                <a:gridCol w="1066800"/>
                <a:gridCol w="1066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时间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星期一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星期二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星期三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星期四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星期五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08:00–09:35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09:55–12:20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群与代数的表示</a:t>
                      </a:r>
                      <a:br/>
                      <a:r>
                        <a:rPr/>
                        <a:t>Alice MacDonald</a:t>
                      </a:r>
                      <a:br/>
                      <a:r>
                        <a:rPr/>
                        <a:t>1–12周</a:t>
                      </a:r>
                      <a:br/>
                      <a:r>
                        <a:rPr/>
                        <a:t>3–4节</a:t>
                      </a:r>
                      <a:br/>
                      <a:r>
                        <a:rPr/>
                        <a:t>寺子屋I502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代数拓扑</a:t>
                      </a:r>
                      <a:br/>
                      <a:r>
                        <a:rPr/>
                        <a:t>八云蓝</a:t>
                      </a:r>
                      <a:br/>
                      <a:r>
                        <a:rPr/>
                        <a:t>1–12周</a:t>
                      </a:r>
                      <a:br/>
                      <a:r>
                        <a:rPr/>
                        <a:t>3–4节</a:t>
                      </a:r>
                      <a:br/>
                      <a:r>
                        <a:rPr/>
                        <a:t>寺子屋F302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代数拓扑</a:t>
                      </a:r>
                      <a:br/>
                      <a:r>
                        <a:rPr/>
                        <a:t>八云蓝</a:t>
                      </a:r>
                      <a:br/>
                      <a:r>
                        <a:rPr/>
                        <a:t>1–12周</a:t>
                      </a:r>
                      <a:br/>
                      <a:r>
                        <a:rPr/>
                        <a:t>3–4节</a:t>
                      </a:r>
                      <a:br/>
                      <a:r>
                        <a:rPr/>
                        <a:t>寺子屋F302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13:20–14:55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量子信息学基础</a:t>
                      </a:r>
                      <a:br/>
                      <a:r>
                        <a:rPr/>
                        <a:t>宇佐见莲子</a:t>
                      </a:r>
                      <a:br/>
                      <a:r>
                        <a:rPr/>
                        <a:t>1–12周</a:t>
                      </a:r>
                      <a:br/>
                      <a:r>
                        <a:rPr/>
                        <a:t>6–7节</a:t>
                      </a:r>
                      <a:br/>
                      <a:r>
                        <a:rPr/>
                        <a:t>京都大学3-8-1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微分几何</a:t>
                      </a:r>
                      <a:br/>
                      <a:r>
                        <a:rPr/>
                        <a:t>八云蓝</a:t>
                      </a:r>
                      <a:br/>
                      <a:r>
                        <a:rPr/>
                        <a:t>1–12周</a:t>
                      </a:r>
                      <a:br/>
                      <a:r>
                        <a:rPr/>
                        <a:t>6–7节</a:t>
                      </a:r>
                      <a:br/>
                      <a:r>
                        <a:rPr/>
                        <a:t>寺子屋A204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量子信息学基础</a:t>
                      </a:r>
                      <a:br/>
                      <a:r>
                        <a:rPr/>
                        <a:t>宇佐见莲子</a:t>
                      </a:r>
                      <a:br/>
                      <a:r>
                        <a:rPr/>
                        <a:t>1–12周</a:t>
                      </a:r>
                      <a:br/>
                      <a:r>
                        <a:rPr/>
                        <a:t>6–7节</a:t>
                      </a:r>
                      <a:br/>
                      <a:r>
                        <a:rPr/>
                        <a:t>京都大学3-8-1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微分几何</a:t>
                      </a:r>
                      <a:br/>
                      <a:r>
                        <a:rPr/>
                        <a:t>八云蓝</a:t>
                      </a:r>
                      <a:br/>
                      <a:r>
                        <a:rPr/>
                        <a:t>1–12周</a:t>
                      </a:r>
                      <a:br/>
                      <a:r>
                        <a:rPr/>
                        <a:t>6节–7节</a:t>
                      </a:r>
                      <a:br/>
                      <a:r>
                        <a:rPr/>
                        <a:t>寺子屋A204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群与代数的表示</a:t>
                      </a:r>
                      <a:br/>
                      <a:r>
                        <a:rPr/>
                        <a:t>Alice MacDonald</a:t>
                      </a:r>
                      <a:br/>
                      <a:r>
                        <a:rPr/>
                        <a:t>1–12周</a:t>
                      </a:r>
                      <a:br/>
                      <a:r>
                        <a:rPr/>
                        <a:t>6–7节</a:t>
                      </a:r>
                      <a:br/>
                      <a:r>
                        <a:rPr/>
                        <a:t>寺子屋I502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15:15–17:40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信息论与密码</a:t>
                      </a:r>
                      <a:br/>
                      <a:r>
                        <a:rPr/>
                        <a:t>帕秋莉</a:t>
                      </a:r>
                      <a:br/>
                      <a:r>
                        <a:rPr/>
                        <a:t>1–12周</a:t>
                      </a:r>
                      <a:br/>
                      <a:r>
                        <a:rPr/>
                        <a:t>8–9节</a:t>
                      </a:r>
                      <a:br/>
                      <a:r>
                        <a:rPr/>
                        <a:t>图书馆F604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信息论与密码</a:t>
                      </a:r>
                      <a:br/>
                      <a:r>
                        <a:rPr/>
                        <a:t>帕秋莉</a:t>
                      </a:r>
                      <a:br/>
                      <a:r>
                        <a:rPr/>
                        <a:t>1–12周</a:t>
                      </a:r>
                      <a:br/>
                      <a:r>
                        <a:rPr/>
                        <a:t>8–9节</a:t>
                      </a:r>
                      <a:br/>
                      <a:r>
                        <a:rPr/>
                        <a:t>图书馆F604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18:30–20:55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Lean 4 形式化教学</a:t>
                      </a:r>
                      <a:br/>
                      <a:r>
                        <a:rPr/>
                        <a:t>sun123zxy</a:t>
                      </a:r>
                      <a:br/>
                      <a:r>
                        <a:rPr/>
                        <a:t>1–12周</a:t>
                      </a:r>
                      <a:br/>
                      <a:r>
                        <a:rPr/>
                        <a:t>11–12节</a:t>
                      </a:r>
                      <a:br/>
                      <a:r>
                        <a:rPr/>
                        <a:t>香霖堂E909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24</TotalTime>
  <Words>46</Words>
  <Application>Microsoft Office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Trebuchet MS</vt:lpstr>
      <vt:lpstr>Wingdings 3</vt:lpstr>
      <vt:lpstr>Facet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课表</dc:title>
  <dc:creator>sun123zxy</dc:creator>
  <cp:keywords/>
  <dcterms:created xsi:type="dcterms:W3CDTF">2026-10-28T12:18:56Z</dcterms:created>
  <dcterms:modified xsi:type="dcterms:W3CDTF">2026-10-28T12:18:56Z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allouty-theorem">
    <vt:lpwstr/>
  </property>
  <property fmtid="{D5CDD505-2E9C-101B-9397-08002B2CF9AE}" pid="6" name="cap-location">
    <vt:lpwstr>bottom</vt:lpwstr>
  </property>
  <property fmtid="{D5CDD505-2E9C-101B-9397-08002B2CF9AE}" pid="7" name="csl">
    <vt:lpwstr>../_assets/ieee.csl</vt:lpwstr>
  </property>
  <property fmtid="{D5CDD505-2E9C-101B-9397-08002B2CF9AE}" pid="8" name="date">
    <vt:lpwstr>2025-09-13</vt:lpwstr>
  </property>
  <property fmtid="{D5CDD505-2E9C-101B-9397-08002B2CF9AE}" pid="9" name="header-includes">
    <vt:lpwstr/>
  </property>
  <property fmtid="{D5CDD505-2E9C-101B-9397-08002B2CF9AE}" pid="10" name="include-after">
    <vt:lpwstr/>
  </property>
  <property fmtid="{D5CDD505-2E9C-101B-9397-08002B2CF9AE}" pid="11" name="include-before">
    <vt:lpwstr/>
  </property>
  <property fmtid="{D5CDD505-2E9C-101B-9397-08002B2CF9AE}" pid="12" name="labels">
    <vt:lpwstr/>
  </property>
  <property fmtid="{D5CDD505-2E9C-101B-9397-08002B2CF9AE}" pid="13" name="number-depth">
    <vt:lpwstr>3</vt:lpwstr>
  </property>
  <property fmtid="{D5CDD505-2E9C-101B-9397-08002B2CF9AE}" pid="14" name="subtitle">
    <vt:lpwstr>SunQuarTeX Examples</vt:lpwstr>
  </property>
  <property fmtid="{D5CDD505-2E9C-101B-9397-08002B2CF9AE}" pid="15" name="toc-title">
    <vt:lpwstr>目录</vt:lpwstr>
  </property>
</Properties>
</file>