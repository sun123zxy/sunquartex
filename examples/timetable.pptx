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课表</dc:title>
  <dc:creator>sun123zxy</dc:creator>
  <cp:keywords/>
  <dcterms:created xsi:type="dcterms:W3CDTF">2025-11-10T12:08:18Z</dcterms:created>
  <dcterms:modified xsi:type="dcterms:W3CDTF">2025-11-10T12:08:18Z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jupyter">
    <vt:lpwstr>python3</vt:lpwstr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toc-title">
    <vt:lpwstr>目录</vt:lpwstr>
  </property>
</Properties>
</file>