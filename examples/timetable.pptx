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8229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1371600"/>
                <a:gridCol w="1371600"/>
                <a:gridCol w="1371600"/>
                <a:gridCol w="1371600"/>
                <a:gridCol w="13716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2025-12-24T18:36:07Z</dcterms:created>
  <dcterms:modified xsi:type="dcterms:W3CDTF">2025-12-24T18:36:07Z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labels">
    <vt:lpwstr/>
  </property>
  <property fmtid="{D5CDD505-2E9C-101B-9397-08002B2CF9AE}" pid="13" name="number-depth">
    <vt:lpwstr>3</vt:lpwstr>
  </property>
  <property fmtid="{D5CDD505-2E9C-101B-9397-08002B2CF9AE}" pid="14" name="toc-title">
    <vt:lpwstr>目录</vt:lpwstr>
  </property>
</Properties>
</file>