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5" Type="http://schemas.openxmlformats.org/officeDocument/2006/relationships/viewProps" Target="viewProps.xml" /><Relationship Id="rId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$\SunQuarTeX$</a:t>
            </a:r>
            <a:r>
              <a:rPr/>
              <a:t> Example - 课表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sun123zxy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2025-09-13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371600"/>
                <a:gridCol w="1371600"/>
                <a:gridCol w="1371600"/>
                <a:gridCol w="1371600"/>
                <a:gridCol w="137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时间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星期一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星期二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星期三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星期四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星期五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08:00–09:35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09:55–12:20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群与代数的表示</a:t>
                      </a:r>
                      <a:br/>
                      <a:r>
                        <a:rPr/>
                        <a:t>Alice MacDonald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3–4节</a:t>
                      </a:r>
                      <a:br/>
                      <a:r>
                        <a:rPr/>
                        <a:t>寺子屋I502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代数拓扑</a:t>
                      </a:r>
                      <a:br/>
                      <a:r>
                        <a:rPr/>
                        <a:t>八云蓝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3–4节</a:t>
                      </a:r>
                      <a:br/>
                      <a:r>
                        <a:rPr/>
                        <a:t>寺子屋F302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代数拓扑</a:t>
                      </a:r>
                      <a:br/>
                      <a:r>
                        <a:rPr/>
                        <a:t>八云蓝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3–4节</a:t>
                      </a:r>
                      <a:br/>
                      <a:r>
                        <a:rPr/>
                        <a:t>寺子屋F302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13:20–14:55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量子信息学基础</a:t>
                      </a:r>
                      <a:br/>
                      <a:r>
                        <a:rPr/>
                        <a:t>宇佐见莲子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6–7节</a:t>
                      </a:r>
                      <a:br/>
                      <a:r>
                        <a:rPr/>
                        <a:t>京都大学3-8-1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微分几何</a:t>
                      </a:r>
                      <a:br/>
                      <a:r>
                        <a:rPr/>
                        <a:t>八云蓝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6–7节</a:t>
                      </a:r>
                      <a:br/>
                      <a:r>
                        <a:rPr/>
                        <a:t>寺子屋A204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量子信息学基础</a:t>
                      </a:r>
                      <a:br/>
                      <a:r>
                        <a:rPr/>
                        <a:t>宇佐见莲子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6–7节</a:t>
                      </a:r>
                      <a:br/>
                      <a:r>
                        <a:rPr/>
                        <a:t>京都大学3-8-1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微分几何</a:t>
                      </a:r>
                      <a:br/>
                      <a:r>
                        <a:rPr/>
                        <a:t>八云蓝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6节–7节</a:t>
                      </a:r>
                      <a:br/>
                      <a:r>
                        <a:rPr/>
                        <a:t>寺子屋A204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群与代数的表示</a:t>
                      </a:r>
                      <a:br/>
                      <a:r>
                        <a:rPr/>
                        <a:t>Alice MacDonald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6–7节</a:t>
                      </a:r>
                      <a:br/>
                      <a:r>
                        <a:rPr/>
                        <a:t>寺子屋I502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15:15–17:40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信息论与密码</a:t>
                      </a:r>
                      <a:br/>
                      <a:r>
                        <a:rPr/>
                        <a:t>帕秋莉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8–9节</a:t>
                      </a:r>
                      <a:br/>
                      <a:r>
                        <a:rPr/>
                        <a:t>图书馆F604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信息论与密码</a:t>
                      </a:r>
                      <a:br/>
                      <a:r>
                        <a:rPr/>
                        <a:t>帕秋莉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8–9节</a:t>
                      </a:r>
                      <a:br/>
                      <a:r>
                        <a:rPr/>
                        <a:t>图书馆F604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18:30–20:55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Lean 4 形式化教学</a:t>
                      </a:r>
                      <a:br/>
                      <a:r>
                        <a:rPr/>
                        <a:t>sun123zxy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11–12节</a:t>
                      </a:r>
                      <a:br/>
                      <a:r>
                        <a:rPr/>
                        <a:t>香霖堂E909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</a:tbl>
          </a:graphicData>
        </a:graphic>
      </p:graphicFrame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\SunQuarTeX Example - 课表</dc:title>
  <dc:creator>sun123zxy</dc:creator>
  <cp:keywords/>
  <dcterms:created xsi:type="dcterms:W3CDTF">2025-11-27T16:25:57Z</dcterms:created>
  <dcterms:modified xsi:type="dcterms:W3CDTF">2025-11-27T16:25:57Z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llouty-theorem">
    <vt:lpwstr/>
  </property>
  <property fmtid="{D5CDD505-2E9C-101B-9397-08002B2CF9AE}" pid="6" name="cap-location">
    <vt:lpwstr>bottom</vt:lpwstr>
  </property>
  <property fmtid="{D5CDD505-2E9C-101B-9397-08002B2CF9AE}" pid="7" name="csl">
    <vt:lpwstr>../_assets/ieee.csl</vt:lpwstr>
  </property>
  <property fmtid="{D5CDD505-2E9C-101B-9397-08002B2CF9AE}" pid="8" name="date">
    <vt:lpwstr>2025-09-13</vt:lpwstr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jupyter">
    <vt:lpwstr>python3</vt:lpwstr>
  </property>
  <property fmtid="{D5CDD505-2E9C-101B-9397-08002B2CF9AE}" pid="13" name="labels">
    <vt:lpwstr/>
  </property>
  <property fmtid="{D5CDD505-2E9C-101B-9397-08002B2CF9AE}" pid="14" name="number-depth">
    <vt:lpwstr>3</vt:lpwstr>
  </property>
  <property fmtid="{D5CDD505-2E9C-101B-9397-08002B2CF9AE}" pid="15" name="toc-title">
    <vt:lpwstr>目录</vt:lpwstr>
  </property>
</Properties>
</file>