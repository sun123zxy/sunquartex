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78" r:id="rId1"/>
  </p:sldMasterIdLst>
  <p:sldIdLst>
    <p:sldId id="256" r:id="rId2"/>
    <p:sldId id="257" r:id="rId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18"/>
          <a:sy d="100" n="118"/>
        </p:scale>
        <p:origin x="195" y="51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5" Type="http://schemas.openxmlformats.org/officeDocument/2006/relationships/viewProps" Target="viewProps.xml" /><Relationship Id="rId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7" Type="http://schemas.openxmlformats.org/officeDocument/2006/relationships/tableStyles" Target="tableStyles.xml" /><Relationship Id="rId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32" name="Straight Connector 31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0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31" name="Isosceles Triangle 30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 rot="10800000">
              <a:off x="0" y="0"/>
              <a:ext cx="842596" cy="5666154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 anchor="b">
            <a:noAutofit/>
          </a:bodyPr>
          <a:lstStyle>
            <a:lvl1pPr algn="r">
              <a:defRPr sz="4050">
                <a:solidFill>
                  <a:schemeClr val="accent1"/>
                </a:solidFill>
              </a:defRPr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30300" y="3038125"/>
            <a:ext cx="5825202" cy="822674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altLang="zh-CN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9269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3000">
        <p14:reveal/>
      </p:transition>
    </mc:Choice>
    <mc:Fallback xmlns="">
      <p:transition spd="slow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27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8235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2025651"/>
            <a:ext cx="6447501" cy="1369936"/>
          </a:xfrm>
        </p:spPr>
        <p:txBody>
          <a:bodyPr anchor="b"/>
          <a:lstStyle>
            <a:lvl1pPr algn="l">
              <a:defRPr sz="30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645300"/>
          </a:xfrm>
        </p:spPr>
        <p:txBody>
          <a:bodyPr anchor="t"/>
          <a:lstStyle>
            <a:lvl1pPr marL="0" indent="0" algn="l">
              <a:buNone/>
              <a:defRPr sz="15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7167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508001" y="1620442"/>
            <a:ext cx="3138026" cy="2910579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17477" y="1620442"/>
            <a:ext cx="3138026" cy="2910580"/>
          </a:xfrm>
        </p:spPr>
        <p:txBody>
          <a:bodyPr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546103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6809" y="1620737"/>
            <a:ext cx="3139217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6809" y="2052934"/>
            <a:ext cx="3139217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16287" y="1620737"/>
            <a:ext cx="3139214" cy="432197"/>
          </a:xfrm>
        </p:spPr>
        <p:txBody>
          <a:bodyPr anchor="b">
            <a:noAutofit/>
          </a:bodyPr>
          <a:lstStyle>
            <a:lvl1pPr marL="0" indent="0">
              <a:buNone/>
              <a:defRPr sz="1800" b="0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816288" y="2052934"/>
            <a:ext cx="3139213" cy="247808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87381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</p:spPr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772671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9988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123953"/>
            <a:ext cx="2890896" cy="958850"/>
          </a:xfrm>
        </p:spPr>
        <p:txBody>
          <a:bodyPr anchor="b">
            <a:normAutofit/>
          </a:bodyPr>
          <a:lstStyle>
            <a:lvl1pPr>
              <a:defRPr sz="150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0346" y="386193"/>
            <a:ext cx="3385156" cy="4144828"/>
          </a:xfrm>
        </p:spPr>
        <p:txBody>
          <a:bodyPr>
            <a:normAutofit/>
          </a:bodyPr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2082802"/>
            <a:ext cx="2890896" cy="1938337"/>
          </a:xfrm>
        </p:spPr>
        <p:txBody>
          <a:bodyPr>
            <a:normAutofit/>
          </a:bodyPr>
          <a:lstStyle>
            <a:lvl1pPr marL="0" indent="0">
              <a:buNone/>
              <a:defRPr sz="1050"/>
            </a:lvl1pPr>
            <a:lvl2pPr marL="342797" indent="0">
              <a:buNone/>
              <a:defRPr sz="1050"/>
            </a:lvl2pPr>
            <a:lvl3pPr marL="685595" indent="0">
              <a:buNone/>
              <a:defRPr sz="900"/>
            </a:lvl3pPr>
            <a:lvl4pPr marL="1028392" indent="0">
              <a:buNone/>
              <a:defRPr sz="750"/>
            </a:lvl4pPr>
            <a:lvl5pPr marL="1371188" indent="0">
              <a:buNone/>
              <a:defRPr sz="750"/>
            </a:lvl5pPr>
            <a:lvl6pPr marL="1713986" indent="0">
              <a:buNone/>
              <a:defRPr sz="750"/>
            </a:lvl6pPr>
            <a:lvl7pPr marL="2056783" indent="0">
              <a:buNone/>
              <a:defRPr sz="750"/>
            </a:lvl7pPr>
            <a:lvl8pPr marL="2399580" indent="0">
              <a:buNone/>
              <a:defRPr sz="750"/>
            </a:lvl8pPr>
            <a:lvl9pPr marL="2742377" indent="0">
              <a:buNone/>
              <a:defRPr sz="750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8019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3600450"/>
            <a:ext cx="6447500" cy="425054"/>
          </a:xfrm>
        </p:spPr>
        <p:txBody>
          <a:bodyPr anchor="b">
            <a:normAutofit/>
          </a:bodyPr>
          <a:lstStyle>
            <a:lvl1pPr algn="l">
              <a:defRPr sz="1800" b="0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08001" y="457200"/>
            <a:ext cx="6447501" cy="2884289"/>
          </a:xfrm>
        </p:spPr>
        <p:txBody>
          <a:bodyPr anchor="t">
            <a:normAutofit/>
          </a:bodyPr>
          <a:lstStyle>
            <a:lvl1pPr marL="0" indent="0" algn="ctr">
              <a:buNone/>
              <a:defRPr sz="1200"/>
            </a:lvl1pPr>
            <a:lvl2pPr marL="342900" indent="0">
              <a:buNone/>
              <a:defRPr sz="1200"/>
            </a:lvl2pPr>
            <a:lvl3pPr marL="685800" indent="0">
              <a:buNone/>
              <a:defRPr sz="1200"/>
            </a:lvl3pPr>
            <a:lvl4pPr marL="1028700" indent="0">
              <a:buNone/>
              <a:defRPr sz="1200"/>
            </a:lvl4pPr>
            <a:lvl5pPr marL="1371600" indent="0">
              <a:buNone/>
              <a:defRPr sz="1200"/>
            </a:lvl5pPr>
            <a:lvl6pPr marL="1714500" indent="0">
              <a:buNone/>
              <a:defRPr sz="1200"/>
            </a:lvl6pPr>
            <a:lvl7pPr marL="2057400" indent="0">
              <a:buNone/>
              <a:defRPr sz="1200"/>
            </a:lvl7pPr>
            <a:lvl8pPr marL="2400300" indent="0">
              <a:buNone/>
              <a:defRPr sz="1200"/>
            </a:lvl8pPr>
            <a:lvl9pPr marL="2743200" indent="0">
              <a:buNone/>
              <a:defRPr sz="1200"/>
            </a:lvl9pPr>
          </a:lstStyle>
          <a:p>
            <a:r>
              <a:rPr lang="en-US" altLang="zh-CN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508001" y="4025504"/>
            <a:ext cx="6447500" cy="505518"/>
          </a:xfrm>
        </p:spPr>
        <p:txBody>
          <a:bodyPr>
            <a:normAutofit/>
          </a:bodyPr>
          <a:lstStyle>
            <a:lvl1pPr marL="0" indent="0">
              <a:buNone/>
              <a:defRPr sz="9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43166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255270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177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024604" y="2724150"/>
            <a:ext cx="5418393" cy="28575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2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52800"/>
            <a:ext cx="6447501" cy="1178222"/>
          </a:xfrm>
        </p:spPr>
        <p:txBody>
          <a:bodyPr anchor="ctr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0" name="TextBox 19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</a:rPr>
              <a:t>”</a:t>
            </a:r>
            <a:endParaRPr lang="en-US" sz="1350" dirty="0">
              <a:solidFill>
                <a:schemeClr val="accent1">
                  <a:lumMod val="60000"/>
                  <a:lumOff val="40000"/>
                </a:schemeClr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76191743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08001" y="1448991"/>
            <a:ext cx="6447501" cy="1946595"/>
          </a:xfrm>
        </p:spPr>
        <p:txBody>
          <a:bodyPr anchor="b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678536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98500" y="457200"/>
            <a:ext cx="6070601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sp>
        <p:nvSpPr>
          <p:cNvPr id="24" name="TextBox 23"/>
          <p:cNvSpPr txBox="1"/>
          <p:nvPr/>
        </p:nvSpPr>
        <p:spPr>
          <a:xfrm>
            <a:off x="406403" y="592784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9758" y="2164917"/>
            <a:ext cx="457200" cy="438582"/>
          </a:xfrm>
          <a:prstGeom prst="rect">
            <a:avLst/>
          </a:prstGeom>
        </p:spPr>
        <p:txBody>
          <a:bodyPr vert="horz" lIns="68580" tIns="34290" rIns="68580" bIns="34290" rtlCol="0" anchor="ctr">
            <a:noAutofit/>
          </a:bodyPr>
          <a:lstStyle/>
          <a:p>
            <a:pPr lvl="0"/>
            <a:r>
              <a:rPr lang="en-US" sz="6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89441994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14350" y="457200"/>
            <a:ext cx="6441152" cy="2266950"/>
          </a:xfrm>
        </p:spPr>
        <p:txBody>
          <a:bodyPr anchor="ctr">
            <a:normAutofit/>
          </a:bodyPr>
          <a:lstStyle>
            <a:lvl1pPr algn="l">
              <a:defRPr sz="3300" b="0" cap="none"/>
            </a:lvl1pPr>
          </a:lstStyle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07999" y="3009900"/>
            <a:ext cx="6447502" cy="385686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1800">
                <a:solidFill>
                  <a:schemeClr val="accent1"/>
                </a:solidFill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08001" y="3395586"/>
            <a:ext cx="6447501" cy="1135436"/>
          </a:xfrm>
        </p:spPr>
        <p:txBody>
          <a:bodyPr anchor="t">
            <a:normAutofit/>
          </a:bodyPr>
          <a:lstStyle>
            <a:lvl1pPr marL="0" indent="0" algn="l">
              <a:buNone/>
              <a:defRPr sz="135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CN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986139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928920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5975755" y="457200"/>
            <a:ext cx="978557" cy="3938588"/>
          </a:xfrm>
        </p:spPr>
        <p:txBody>
          <a:bodyPr vert="eaVert" anchor="ctr"/>
          <a:lstStyle/>
          <a:p>
            <a:r>
              <a:rPr lang="en-US" altLang="zh-CN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508001" y="457200"/>
            <a:ext cx="5295113" cy="3938588"/>
          </a:xfrm>
        </p:spPr>
        <p:txBody>
          <a:bodyPr vert="eaVert"/>
          <a:lstStyle/>
          <a:p>
            <a:pPr lvl="0"/>
            <a:r>
              <a:rPr lang="en-US" altLang="zh-CN"/>
              <a:t>Click to edit Master text styles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972808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17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6" Target="../slideLayouts/slideLayout16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5" Target="../slideLayouts/slideLayout1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slideLayouts/slideLayout14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-6350"/>
            <a:ext cx="9144000" cy="5149850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bg1">
                  <a:lumMod val="7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bg1">
                  <a:lumMod val="85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b="b" l="l" r="r" t="t"/>
              <a:pathLst>
                <a:path h="6866467" w="3007349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b="b" l="l" r="r" t="t"/>
              <a:pathLst>
                <a:path h="6866467" w="2573311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fmla="val 100000" name="adj"/>
              </a:avLst>
            </a:prstGeom>
            <a:solidFill>
              <a:schemeClr val="accent2">
                <a:alpha val="72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b="b" l="l" r="r" t="t"/>
              <a:pathLst>
                <a:path h="6866467" w="2858013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90094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1">
                <a:lumMod val="60000"/>
                <a:lumOff val="40000"/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b="b" l="l" r="r" t="t"/>
              <a:pathLst>
                <a:path h="6858000" w="1249825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6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fmla="val 100000" name="adj"/>
              </a:avLst>
            </a:prstGeom>
            <a:solidFill>
              <a:schemeClr val="accent1"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9" name="Isosceles Triangle 2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fmla="val 0" name="adj"/>
              </a:avLst>
            </a:prstGeom>
            <a:solidFill>
              <a:schemeClr val="accent1">
                <a:alpha val="85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08001" y="457200"/>
            <a:ext cx="6447501" cy="990600"/>
          </a:xfrm>
          <a:prstGeom prst="rect">
            <a:avLst/>
          </a:prstGeom>
        </p:spPr>
        <p:txBody>
          <a:bodyPr anchor="t" bIns="45720" lIns="91440" rIns="91440" rtlCol="0" tIns="45720" vert="horz">
            <a:normAutofit/>
          </a:bodyPr>
          <a:lstStyle/>
          <a:p>
            <a:r>
              <a:rPr altLang="zh-CN" lang="en-US"/>
              <a:t>Click to edit Master title style</a:t>
            </a:r>
            <a:endParaRPr dirty="0" lang="en-US"/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508001" y="1620442"/>
            <a:ext cx="6447501" cy="2910580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zh-CN" lang="en-US"/>
              <a:t>Click to edit Master text styles</a:t>
            </a:r>
          </a:p>
          <a:p>
            <a:pPr lvl="1"/>
            <a:r>
              <a:rPr altLang="zh-CN" lang="en-US"/>
              <a:t>Second level</a:t>
            </a:r>
          </a:p>
          <a:p>
            <a:pPr lvl="2"/>
            <a:r>
              <a:rPr altLang="zh-CN" lang="en-US"/>
              <a:t>Third level</a:t>
            </a:r>
          </a:p>
          <a:p>
            <a:pPr lvl="3"/>
            <a:r>
              <a:rPr altLang="zh-CN" lang="en-US"/>
              <a:t>Fourth level</a:t>
            </a:r>
          </a:p>
          <a:p>
            <a:pPr lvl="4"/>
            <a:r>
              <a:rPr altLang="zh-CN" lang="en-US"/>
              <a:t>Fifth level</a:t>
            </a:r>
            <a:endParaRPr dirty="0" lang="en-US"/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5403850" y="4531022"/>
            <a:ext cx="68395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12/25/2025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508001" y="4531022"/>
            <a:ext cx="4723209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675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442998" y="4531022"/>
            <a:ext cx="512504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675">
                <a:solidFill>
                  <a:schemeClr val="accent1"/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4577873"/>
      </p:ext>
    </p:extLst>
  </p:cSld>
  <p:clrMap accent1="accent1" accent2="accent2" accent3="accent3" accent4="accent4" accent5="accent5" accent6="accent6" bg1="dk1" bg2="dk2" folHlink="folHlink" hlink="hlink" tx1="lt1" tx2="lt2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  <p:sldLayoutId id="2147483690" r:id="rId12"/>
    <p:sldLayoutId id="2147483691" r:id="rId13"/>
    <p:sldLayoutId id="2147483692" r:id="rId14"/>
    <p:sldLayoutId id="2147483693" r:id="rId15"/>
    <p:sldLayoutId id="2147483694" r:id="rId16"/>
  </p:sldLayoutIdLst>
  <mc:AlternateContent xmlns:mc="http://schemas.openxmlformats.org/markup-compatibility/2006" xmlns:p14="http://schemas.microsoft.com/office/powerpoint/2010/main">
    <mc:Choice Requires="p14">
      <p:transition p14:dur="250">
        <p:fade/>
      </p:transition>
    </mc:Choice>
    <mc:Fallback xmlns="">
      <p:transition>
        <p:fade/>
      </p:transition>
    </mc:Fallback>
  </mc:AlternateContent>
  <p:txStyles>
    <p:titleStyle>
      <a:lvl1pPr algn="l" defTabSz="342900" eaLnBrk="1" hangingPunct="1" latinLnBrk="0" rtl="0">
        <a:spcBef>
          <a:spcPct val="0"/>
        </a:spcBef>
        <a:buNone/>
        <a:defRPr kern="1200" sz="27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algn="l" defTabSz="342900" eaLnBrk="1" hangingPunct="1" indent="-257175" latinLnBrk="0" marL="257175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3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algn="l" defTabSz="342900" eaLnBrk="1" hangingPunct="1" indent="-214313" latinLnBrk="0" marL="557213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algn="l" defTabSz="342900" eaLnBrk="1" hangingPunct="1" indent="-171450" latinLnBrk="0" marL="8572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105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algn="l" defTabSz="342900" eaLnBrk="1" hangingPunct="1" indent="-171450" latinLnBrk="0" marL="12001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algn="l" defTabSz="342900" eaLnBrk="1" hangingPunct="1" indent="-171450" latinLnBrk="0" marL="15430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algn="l" defTabSz="342900" eaLnBrk="1" hangingPunct="1" indent="-171450" latinLnBrk="0" marL="18859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algn="l" defTabSz="342900" eaLnBrk="1" hangingPunct="1" indent="-171450" latinLnBrk="0" marL="22288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algn="l" defTabSz="342900" eaLnBrk="1" hangingPunct="1" indent="-171450" latinLnBrk="0" marL="25717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algn="l" defTabSz="342900" eaLnBrk="1" hangingPunct="1" indent="-171450" latinLnBrk="0" marL="2914650" rtl="0">
        <a:spcBef>
          <a:spcPts val="750"/>
        </a:spcBef>
        <a:spcAft>
          <a:spcPts val="0"/>
        </a:spcAft>
        <a:buClr>
          <a:schemeClr val="accent1"/>
        </a:buClr>
        <a:buSzPct val="80000"/>
        <a:buFont charset="2" typeface="Wingdings 3"/>
        <a:buChar char=""/>
        <a:defRPr kern="1200" sz="9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30300" y="1803400"/>
            <a:ext cx="5825202" cy="123472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SunQuarTeX Example - 课表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130300" y="3038125"/>
            <a:ext cx="5825202" cy="822674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sun123zxy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2025-09-13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508000" y="1612900"/>
          <a:ext cx="6438900" cy="29083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66800"/>
                <a:gridCol w="1066800"/>
                <a:gridCol w="1066800"/>
                <a:gridCol w="1066800"/>
                <a:gridCol w="1066800"/>
                <a:gridCol w="1066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时间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星期一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星期二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星期四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星期五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08:00–09:35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09:55–12:20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代数拓扑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3–4节</a:t>
                      </a:r>
                      <a:br/>
                      <a:r>
                        <a:rPr/>
                        <a:t>寺子屋F302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13:20–14:55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量子信息学基础</a:t>
                      </a:r>
                      <a:br/>
                      <a:r>
                        <a:rPr/>
                        <a:t>宇佐见莲子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京都大学3-8-1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微分几何</a:t>
                      </a:r>
                      <a:br/>
                      <a:r>
                        <a:rPr/>
                        <a:t>八云蓝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6节–7节</a:t>
                      </a:r>
                      <a:br/>
                      <a:r>
                        <a:rPr/>
                        <a:t>寺子屋A204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群与代数的表示</a:t>
                      </a:r>
                      <a:br/>
                      <a:r>
                        <a:rPr/>
                        <a:t>Alice MacDonald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6–7节</a:t>
                      </a:r>
                      <a:br/>
                      <a:r>
                        <a:rPr/>
                        <a:t>寺子屋I502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15:15–17:40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信息论与密码</a:t>
                      </a:r>
                      <a:br/>
                      <a:r>
                        <a:rPr/>
                        <a:t>帕秋莉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8–9节</a:t>
                      </a:r>
                      <a:br/>
                      <a:r>
                        <a:rPr/>
                        <a:t>图书馆F604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18:30–20:55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Lean 4 形式化教学</a:t>
                      </a:r>
                      <a:br/>
                      <a:r>
                        <a:rPr/>
                        <a:t>sun123zxy</a:t>
                      </a:r>
                      <a:br/>
                      <a:r>
                        <a:rPr/>
                        <a:t>1–12周</a:t>
                      </a:r>
                      <a:br/>
                      <a:r>
                        <a:rPr/>
                        <a:t>11–12节</a:t>
                      </a:r>
                      <a:br/>
                      <a:r>
                        <a:rPr/>
                        <a:t>香霖堂E909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</a:tbl>
          </a:graphicData>
        </a:graphic>
      </p:graphicFrame>
    </p:spTree>
  </p:cSld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90C226"/>
      </a:accent1>
      <a:accent2>
        <a:srgbClr val="54A021"/>
      </a:accent2>
      <a:accent3>
        <a:srgbClr val="E6B91E"/>
      </a:accent3>
      <a:accent4>
        <a:srgbClr val="E76618"/>
      </a:accent4>
      <a:accent5>
        <a:srgbClr val="C42F1A"/>
      </a:accent5>
      <a:accent6>
        <a:srgbClr val="918655"/>
      </a:accent6>
      <a:hlink>
        <a:srgbClr val="99CA3C"/>
      </a:hlink>
      <a:folHlink>
        <a:srgbClr val="B9D18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CFBC31BA-B70F-4F30-BCAA-4F3011E16C4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24</TotalTime>
  <Words>46</Words>
  <Application>Microsoft Office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Trebuchet MS</vt:lpstr>
      <vt:lpstr>Wingdings 3</vt:lpstr>
      <vt:lpstr>Facet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SunQuarTeX Example - 课表</dc:title>
  <dc:creator>sun123zxy</dc:creator>
  <cp:keywords/>
  <dcterms:created xsi:type="dcterms:W3CDTF">2026-03-13T17:29:53Z</dcterms:created>
  <dcterms:modified xsi:type="dcterms:W3CDTF">2026-03-13T17:29:53Z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llouty-theorem">
    <vt:lpwstr/>
  </property>
  <property fmtid="{D5CDD505-2E9C-101B-9397-08002B2CF9AE}" pid="6" name="cap-location">
    <vt:lpwstr>bottom</vt:lpwstr>
  </property>
  <property fmtid="{D5CDD505-2E9C-101B-9397-08002B2CF9AE}" pid="7" name="csl">
    <vt:lpwstr>../_assets/ieee.csl</vt:lpwstr>
  </property>
  <property fmtid="{D5CDD505-2E9C-101B-9397-08002B2CF9AE}" pid="8" name="date">
    <vt:lpwstr>2025-09-13</vt:lpwstr>
  </property>
  <property fmtid="{D5CDD505-2E9C-101B-9397-08002B2CF9AE}" pid="9" name="engines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number-depth">
    <vt:lpwstr>3</vt:lpwstr>
  </property>
  <property fmtid="{D5CDD505-2E9C-101B-9397-08002B2CF9AE}" pid="15" name="toc-title">
    <vt:lpwstr>目录</vt:lpwstr>
  </property>
</Properties>
</file>